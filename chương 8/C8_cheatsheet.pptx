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3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367C1-901D-4564-8E42-AEC039B8A51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51F1-7DB1-4BB2-9468-92EEAF8F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23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367C1-901D-4564-8E42-AEC039B8A51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51F1-7DB1-4BB2-9468-92EEAF8F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29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367C1-901D-4564-8E42-AEC039B8A51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51F1-7DB1-4BB2-9468-92EEAF8F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85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367C1-901D-4564-8E42-AEC039B8A51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51F1-7DB1-4BB2-9468-92EEAF8F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0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367C1-901D-4564-8E42-AEC039B8A51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51F1-7DB1-4BB2-9468-92EEAF8F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7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367C1-901D-4564-8E42-AEC039B8A51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51F1-7DB1-4BB2-9468-92EEAF8F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22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367C1-901D-4564-8E42-AEC039B8A51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51F1-7DB1-4BB2-9468-92EEAF8F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264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367C1-901D-4564-8E42-AEC039B8A51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51F1-7DB1-4BB2-9468-92EEAF8F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54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367C1-901D-4564-8E42-AEC039B8A51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51F1-7DB1-4BB2-9468-92EEAF8F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6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367C1-901D-4564-8E42-AEC039B8A51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51F1-7DB1-4BB2-9468-92EEAF8F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59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367C1-901D-4564-8E42-AEC039B8A51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B51F1-7DB1-4BB2-9468-92EEAF8F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5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367C1-901D-4564-8E42-AEC039B8A51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B51F1-7DB1-4BB2-9468-92EEAF8F1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33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072D7A-8F73-438F-8260-D54629844992}"/>
              </a:ext>
            </a:extLst>
          </p:cNvPr>
          <p:cNvSpPr/>
          <p:nvPr/>
        </p:nvSpPr>
        <p:spPr>
          <a:xfrm>
            <a:off x="4198994" y="71097"/>
            <a:ext cx="1885951" cy="4286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bg1"/>
                </a:solidFill>
              </a:rPr>
              <a:t>LIST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C8CC8B-9D41-4E3E-A9C8-1423A718CE35}"/>
              </a:ext>
            </a:extLst>
          </p:cNvPr>
          <p:cNvSpPr/>
          <p:nvPr/>
        </p:nvSpPr>
        <p:spPr>
          <a:xfrm>
            <a:off x="133350" y="631844"/>
            <a:ext cx="3219450" cy="24669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dirty="0">
                <a:solidFill>
                  <a:schemeClr val="tx1"/>
                </a:solidFill>
              </a:rPr>
              <a:t>-List chứa nhiều giá trị trong một biến,các phần tử đặt trong [], ngăn cách bởi dấu phẩy</a:t>
            </a:r>
          </a:p>
          <a:p>
            <a:pPr algn="ctr"/>
            <a:endParaRPr lang="vi-VN" sz="11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F201F-6590-4D0E-9D1D-2A8E4F524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73" y="2216130"/>
            <a:ext cx="2991004" cy="7493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D566CCE-4E7E-4744-AB83-F0FBE415D3FB}"/>
              </a:ext>
            </a:extLst>
          </p:cNvPr>
          <p:cNvSpPr/>
          <p:nvPr/>
        </p:nvSpPr>
        <p:spPr>
          <a:xfrm>
            <a:off x="3648152" y="741352"/>
            <a:ext cx="3219450" cy="29495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93A20A-A669-4262-824F-06D6E576EF87}"/>
              </a:ext>
            </a:extLst>
          </p:cNvPr>
          <p:cNvSpPr/>
          <p:nvPr/>
        </p:nvSpPr>
        <p:spPr>
          <a:xfrm>
            <a:off x="3625354" y="631845"/>
            <a:ext cx="3256716" cy="4126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dirty="0">
                <a:solidFill>
                  <a:schemeClr val="bg1"/>
                </a:solidFill>
              </a:rPr>
              <a:t>Duyệt list bằng vòng lập for: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C864F3-3813-45C1-9323-4CBB87497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211" y="1077819"/>
            <a:ext cx="2457450" cy="72634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64972B0-B458-4B11-B759-4779456902DC}"/>
              </a:ext>
            </a:extLst>
          </p:cNvPr>
          <p:cNvSpPr/>
          <p:nvPr/>
        </p:nvSpPr>
        <p:spPr>
          <a:xfrm>
            <a:off x="7143750" y="631844"/>
            <a:ext cx="2628900" cy="24669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98741E-27C3-470D-AF3C-38221B5190D3}"/>
              </a:ext>
            </a:extLst>
          </p:cNvPr>
          <p:cNvSpPr/>
          <p:nvPr/>
        </p:nvSpPr>
        <p:spPr>
          <a:xfrm>
            <a:off x="3648152" y="1780585"/>
            <a:ext cx="3186371" cy="43554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dirty="0"/>
              <a:t>indexing(truy cập phần tử)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83A268-89E4-4C33-92F0-7B1FDFAC0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884" y="2249445"/>
            <a:ext cx="2968103" cy="5842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FB78AC-A6C4-41AB-91EE-89C549A23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5146" y="3129626"/>
            <a:ext cx="2963842" cy="56128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57AF067-61A0-4831-BC87-8CDAD8232892}"/>
              </a:ext>
            </a:extLst>
          </p:cNvPr>
          <p:cNvSpPr/>
          <p:nvPr/>
        </p:nvSpPr>
        <p:spPr>
          <a:xfrm>
            <a:off x="7143750" y="631844"/>
            <a:ext cx="2662571" cy="62546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dirty="0"/>
              <a:t>Mutable(có thể thay đổi)</a:t>
            </a:r>
          </a:p>
          <a:p>
            <a:pPr algn="ctr"/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A6858C-A3A2-40FB-9AB3-82241673D2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4736" y="1257313"/>
            <a:ext cx="1466925" cy="62868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82E6BF7-9261-4415-92F8-0057B2DDF914}"/>
              </a:ext>
            </a:extLst>
          </p:cNvPr>
          <p:cNvSpPr/>
          <p:nvPr/>
        </p:nvSpPr>
        <p:spPr>
          <a:xfrm>
            <a:off x="120835" y="3334067"/>
            <a:ext cx="3231965" cy="326675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dirty="0">
                <a:solidFill>
                  <a:schemeClr val="tx1"/>
                </a:solidFill>
              </a:rPr>
              <a:t>Append(x)=&gt;thêm phần tử cuối list</a:t>
            </a: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Extend(x)=&gt;gộp từng phần tử</a:t>
            </a: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Count(x)=&gt;đếm số lần xuất hiện</a:t>
            </a: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Index(x)=&gt;tìm vị trí xuất hiện đầu tiên</a:t>
            </a: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Insert(index,value)=&gt;chèn giá trị vào vị trí bất kì</a:t>
            </a: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Pop(index)=&gt;lấy ra và xóa phần tử </a:t>
            </a: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Remove(x)=&gt;xóa phần tử xuất hiện đầu tiên</a:t>
            </a: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Reverse()=&gt;đảo ngược list</a:t>
            </a: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Sort()=&gt;sắp xếp list</a:t>
            </a: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Len(x)=&gt;độ dài list</a:t>
            </a: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48A0AE-5A25-4781-BA9A-249CED6F8100}"/>
              </a:ext>
            </a:extLst>
          </p:cNvPr>
          <p:cNvSpPr/>
          <p:nvPr/>
        </p:nvSpPr>
        <p:spPr>
          <a:xfrm>
            <a:off x="120835" y="3348325"/>
            <a:ext cx="3219450" cy="56128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METHOD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D689F8-1E12-4483-9218-699D79677D18}"/>
              </a:ext>
            </a:extLst>
          </p:cNvPr>
          <p:cNvSpPr/>
          <p:nvPr/>
        </p:nvSpPr>
        <p:spPr>
          <a:xfrm>
            <a:off x="142875" y="5619750"/>
            <a:ext cx="3197410" cy="4095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bg1"/>
                </a:solidFill>
              </a:rPr>
              <a:t>Kiểm tra phần tử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4D8DE62-CABA-48A2-8BEB-939552DB0C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834" y="6065831"/>
            <a:ext cx="1442531" cy="516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7C5643C-F5B8-4C73-A785-E84C7D80C7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6707" y="6021393"/>
            <a:ext cx="1453578" cy="56128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79B94EC-D910-4BF8-B341-EB3066A246DD}"/>
              </a:ext>
            </a:extLst>
          </p:cNvPr>
          <p:cNvSpPr/>
          <p:nvPr/>
        </p:nvSpPr>
        <p:spPr>
          <a:xfrm>
            <a:off x="3625353" y="3800416"/>
            <a:ext cx="3231965" cy="29409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C5BB23-A5D1-4FDE-9A32-320ED519EBD2}"/>
              </a:ext>
            </a:extLst>
          </p:cNvPr>
          <p:cNvSpPr/>
          <p:nvPr/>
        </p:nvSpPr>
        <p:spPr>
          <a:xfrm>
            <a:off x="3648149" y="3678485"/>
            <a:ext cx="3186371" cy="43554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SLICE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CCEF74-F481-4D27-A280-237661926D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9175" y="4172110"/>
            <a:ext cx="2311519" cy="3619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10AC6E8-68DF-4587-94DA-27F02A08BB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353" y="4621267"/>
            <a:ext cx="1416561" cy="48316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2F7B723-3D1B-4109-8F0F-6131CF8632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4467" y="4621266"/>
            <a:ext cx="1608614" cy="43554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39F5377-7657-4988-AF34-A33D6C71F74B}"/>
              </a:ext>
            </a:extLst>
          </p:cNvPr>
          <p:cNvSpPr/>
          <p:nvPr/>
        </p:nvSpPr>
        <p:spPr>
          <a:xfrm>
            <a:off x="3625353" y="5034167"/>
            <a:ext cx="3209167" cy="50579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SPILT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0C1843D-10C7-41BB-8A5D-FC1843F1BC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05453" y="5561485"/>
            <a:ext cx="2648965" cy="67522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C96279F-6BA6-4FCE-9BD3-5279AAF82F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25353" y="6070728"/>
            <a:ext cx="3340272" cy="69218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ABB1A06-7449-4D28-8D7E-BA57CAFB2772}"/>
              </a:ext>
            </a:extLst>
          </p:cNvPr>
          <p:cNvSpPr/>
          <p:nvPr/>
        </p:nvSpPr>
        <p:spPr>
          <a:xfrm>
            <a:off x="6912544" y="3179425"/>
            <a:ext cx="2963842" cy="35834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A14727-1C11-4DD8-B7C2-4FDCAC46D3F8}"/>
              </a:ext>
            </a:extLst>
          </p:cNvPr>
          <p:cNvSpPr/>
          <p:nvPr/>
        </p:nvSpPr>
        <p:spPr>
          <a:xfrm>
            <a:off x="7162954" y="1876401"/>
            <a:ext cx="2600171" cy="4857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dirty="0"/>
              <a:t>Dùng range để tạo vòng lập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49D9AFC-3F02-4236-916A-F09796EA15C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15988" y="2417425"/>
            <a:ext cx="2838222" cy="80512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D6E03DC-259F-4BEB-A3CE-0CA137FE2AD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5342" y="3930234"/>
            <a:ext cx="2918868" cy="10779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218261B0-EAED-4543-A0B5-96E081DCA3C8}"/>
              </a:ext>
            </a:extLst>
          </p:cNvPr>
          <p:cNvSpPr/>
          <p:nvPr/>
        </p:nvSpPr>
        <p:spPr>
          <a:xfrm>
            <a:off x="6900029" y="3292557"/>
            <a:ext cx="2976357" cy="56826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DOUBLE SPLIT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D923F5-681E-4547-B319-2AAAF1683CDF}"/>
              </a:ext>
            </a:extLst>
          </p:cNvPr>
          <p:cNvSpPr/>
          <p:nvPr/>
        </p:nvSpPr>
        <p:spPr>
          <a:xfrm>
            <a:off x="99679" y="595338"/>
            <a:ext cx="3253121" cy="5633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/>
              <a:t>Khái niệm list</a:t>
            </a:r>
            <a:endParaRPr lang="en-US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64AA5B-A4A1-4152-B295-5E7CC8542825}"/>
              </a:ext>
            </a:extLst>
          </p:cNvPr>
          <p:cNvSpPr/>
          <p:nvPr/>
        </p:nvSpPr>
        <p:spPr>
          <a:xfrm>
            <a:off x="6965625" y="5044185"/>
            <a:ext cx="2846985" cy="5173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Các hàm với list</a:t>
            </a:r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97B3ADA-2506-46E8-9BEA-5690B21C85E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51672" y="5581753"/>
            <a:ext cx="1739989" cy="118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313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</TotalTime>
  <Words>154</Words>
  <Application>Microsoft Office PowerPoint</Application>
  <PresentationFormat>A4 Paper (210x297 mm)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HUYNH HUNG ANH</dc:creator>
  <cp:lastModifiedBy>HUYNH HUNG ANH</cp:lastModifiedBy>
  <cp:revision>10</cp:revision>
  <dcterms:created xsi:type="dcterms:W3CDTF">2025-11-20T22:38:24Z</dcterms:created>
  <dcterms:modified xsi:type="dcterms:W3CDTF">2025-11-21T00:35:55Z</dcterms:modified>
</cp:coreProperties>
</file>