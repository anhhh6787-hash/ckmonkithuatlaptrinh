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D4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120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ương Thành Đô" userId="7b09d132-3f5d-4fa5-9cc1-20c656112bae" providerId="ADAL" clId="{864E0D98-5271-4D08-BF8C-291D4DB55D3A}"/>
    <pc:docChg chg="undo custSel modSld">
      <pc:chgData name="Dương Thành Đô" userId="7b09d132-3f5d-4fa5-9cc1-20c656112bae" providerId="ADAL" clId="{864E0D98-5271-4D08-BF8C-291D4DB55D3A}" dt="2025-10-26T14:34:20.065" v="1453" actId="1076"/>
      <pc:docMkLst>
        <pc:docMk/>
      </pc:docMkLst>
      <pc:sldChg chg="addSp delSp modSp mod">
        <pc:chgData name="Dương Thành Đô" userId="7b09d132-3f5d-4fa5-9cc1-20c656112bae" providerId="ADAL" clId="{864E0D98-5271-4D08-BF8C-291D4DB55D3A}" dt="2025-10-26T14:34:20.065" v="1453" actId="1076"/>
        <pc:sldMkLst>
          <pc:docMk/>
          <pc:sldMk cId="2843549702" sldId="256"/>
        </pc:sldMkLst>
        <pc:spChg chg="add del">
          <ac:chgData name="Dương Thành Đô" userId="7b09d132-3f5d-4fa5-9cc1-20c656112bae" providerId="ADAL" clId="{864E0D98-5271-4D08-BF8C-291D4DB55D3A}" dt="2025-10-26T13:56:25.689" v="55"/>
          <ac:spMkLst>
            <pc:docMk/>
            <pc:sldMk cId="2843549702" sldId="256"/>
            <ac:spMk id="2" creationId="{241C43E0-AA44-418A-85A9-F51EA47A5597}"/>
          </ac:spMkLst>
        </pc:spChg>
        <pc:spChg chg="add del">
          <ac:chgData name="Dương Thành Đô" userId="7b09d132-3f5d-4fa5-9cc1-20c656112bae" providerId="ADAL" clId="{864E0D98-5271-4D08-BF8C-291D4DB55D3A}" dt="2025-10-26T14:00:37.322" v="209"/>
          <ac:spMkLst>
            <pc:docMk/>
            <pc:sldMk cId="2843549702" sldId="256"/>
            <ac:spMk id="3" creationId="{9D4E950F-FA1C-4E3F-8E3C-F0B359E7EC8E}"/>
          </ac:spMkLst>
        </pc:spChg>
        <pc:spChg chg="add del">
          <ac:chgData name="Dương Thành Đô" userId="7b09d132-3f5d-4fa5-9cc1-20c656112bae" providerId="ADAL" clId="{864E0D98-5271-4D08-BF8C-291D4DB55D3A}" dt="2025-10-26T14:01:26.948" v="239"/>
          <ac:spMkLst>
            <pc:docMk/>
            <pc:sldMk cId="2843549702" sldId="256"/>
            <ac:spMk id="4" creationId="{1C9D1084-8CD2-4DB9-B243-3C49F9A9FF3C}"/>
          </ac:spMkLst>
        </pc:spChg>
        <pc:spChg chg="add del">
          <ac:chgData name="Dương Thành Đô" userId="7b09d132-3f5d-4fa5-9cc1-20c656112bae" providerId="ADAL" clId="{864E0D98-5271-4D08-BF8C-291D4DB55D3A}" dt="2025-10-26T14:01:33.365" v="251"/>
          <ac:spMkLst>
            <pc:docMk/>
            <pc:sldMk cId="2843549702" sldId="256"/>
            <ac:spMk id="5" creationId="{3C9B2455-6993-4583-815F-DF6DF2A7C05F}"/>
          </ac:spMkLst>
        </pc:spChg>
        <pc:spChg chg="mod">
          <ac:chgData name="Dương Thành Đô" userId="7b09d132-3f5d-4fa5-9cc1-20c656112bae" providerId="ADAL" clId="{864E0D98-5271-4D08-BF8C-291D4DB55D3A}" dt="2025-10-26T14:34:20.065" v="1453" actId="1076"/>
          <ac:spMkLst>
            <pc:docMk/>
            <pc:sldMk cId="2843549702" sldId="256"/>
            <ac:spMk id="6" creationId="{311B2A59-53DD-4879-B3DC-75B9FD0B8189}"/>
          </ac:spMkLst>
        </pc:spChg>
        <pc:spChg chg="add del">
          <ac:chgData name="Dương Thành Đô" userId="7b09d132-3f5d-4fa5-9cc1-20c656112bae" providerId="ADAL" clId="{864E0D98-5271-4D08-BF8C-291D4DB55D3A}" dt="2025-10-26T14:01:58.701" v="293"/>
          <ac:spMkLst>
            <pc:docMk/>
            <pc:sldMk cId="2843549702" sldId="256"/>
            <ac:spMk id="7" creationId="{A81798A3-F90E-4FF9-AF9E-C4D4818451B7}"/>
          </ac:spMkLst>
        </pc:spChg>
        <pc:spChg chg="add del">
          <ac:chgData name="Dương Thành Đô" userId="7b09d132-3f5d-4fa5-9cc1-20c656112bae" providerId="ADAL" clId="{864E0D98-5271-4D08-BF8C-291D4DB55D3A}" dt="2025-10-26T14:10:26.632" v="401"/>
          <ac:spMkLst>
            <pc:docMk/>
            <pc:sldMk cId="2843549702" sldId="256"/>
            <ac:spMk id="8" creationId="{39FEEA10-C9DC-45AE-8F0D-43D37FFF04B1}"/>
          </ac:spMkLst>
        </pc:spChg>
        <pc:spChg chg="add del">
          <ac:chgData name="Dương Thành Đô" userId="7b09d132-3f5d-4fa5-9cc1-20c656112bae" providerId="ADAL" clId="{864E0D98-5271-4D08-BF8C-291D4DB55D3A}" dt="2025-10-26T14:11:17.727" v="530"/>
          <ac:spMkLst>
            <pc:docMk/>
            <pc:sldMk cId="2843549702" sldId="256"/>
            <ac:spMk id="9" creationId="{3364F4A7-ABFE-4D69-B940-E1EFF0064510}"/>
          </ac:spMkLst>
        </pc:spChg>
        <pc:spChg chg="add del">
          <ac:chgData name="Dương Thành Đô" userId="7b09d132-3f5d-4fa5-9cc1-20c656112bae" providerId="ADAL" clId="{864E0D98-5271-4D08-BF8C-291D4DB55D3A}" dt="2025-10-26T14:13:08.439" v="675"/>
          <ac:spMkLst>
            <pc:docMk/>
            <pc:sldMk cId="2843549702" sldId="256"/>
            <ac:spMk id="10" creationId="{EF70FE0C-016B-4DDE-A69C-DC05F5A73271}"/>
          </ac:spMkLst>
        </pc:spChg>
        <pc:spChg chg="add del">
          <ac:chgData name="Dương Thành Đô" userId="7b09d132-3f5d-4fa5-9cc1-20c656112bae" providerId="ADAL" clId="{864E0D98-5271-4D08-BF8C-291D4DB55D3A}" dt="2025-10-26T14:17:00.477" v="1061"/>
          <ac:spMkLst>
            <pc:docMk/>
            <pc:sldMk cId="2843549702" sldId="256"/>
            <ac:spMk id="11" creationId="{62AD76CD-7703-43DF-864D-ABCCC2EB57D2}"/>
          </ac:spMkLst>
        </pc:spChg>
        <pc:spChg chg="add del mod">
          <ac:chgData name="Dương Thành Đô" userId="7b09d132-3f5d-4fa5-9cc1-20c656112bae" providerId="ADAL" clId="{864E0D98-5271-4D08-BF8C-291D4DB55D3A}" dt="2025-10-26T14:16:58.615" v="1059"/>
          <ac:spMkLst>
            <pc:docMk/>
            <pc:sldMk cId="2843549702" sldId="256"/>
            <ac:spMk id="12" creationId="{89184895-035E-46F0-8384-F465531F3043}"/>
          </ac:spMkLst>
        </pc:spChg>
        <pc:spChg chg="mod">
          <ac:chgData name="Dương Thành Đô" userId="7b09d132-3f5d-4fa5-9cc1-20c656112bae" providerId="ADAL" clId="{864E0D98-5271-4D08-BF8C-291D4DB55D3A}" dt="2025-10-26T14:02:50.114" v="334" actId="2711"/>
          <ac:spMkLst>
            <pc:docMk/>
            <pc:sldMk cId="2843549702" sldId="256"/>
            <ac:spMk id="13" creationId="{B6FD832D-64A4-40FC-ADA0-98DB0C20EA4D}"/>
          </ac:spMkLst>
        </pc:spChg>
        <pc:spChg chg="mod">
          <ac:chgData name="Dương Thành Đô" userId="7b09d132-3f5d-4fa5-9cc1-20c656112bae" providerId="ADAL" clId="{864E0D98-5271-4D08-BF8C-291D4DB55D3A}" dt="2025-10-26T14:12:03.745" v="643" actId="2711"/>
          <ac:spMkLst>
            <pc:docMk/>
            <pc:sldMk cId="2843549702" sldId="256"/>
            <ac:spMk id="14" creationId="{EB14119A-6A97-4D50-A124-6DF88EEDB8ED}"/>
          </ac:spMkLst>
        </pc:spChg>
        <pc:spChg chg="add del mod">
          <ac:chgData name="Dương Thành Đô" userId="7b09d132-3f5d-4fa5-9cc1-20c656112bae" providerId="ADAL" clId="{864E0D98-5271-4D08-BF8C-291D4DB55D3A}" dt="2025-10-26T14:15:16.539" v="952" actId="2711"/>
          <ac:spMkLst>
            <pc:docMk/>
            <pc:sldMk cId="2843549702" sldId="256"/>
            <ac:spMk id="15" creationId="{8442B7F2-532F-44C1-879E-BCF92A291348}"/>
          </ac:spMkLst>
        </pc:spChg>
        <pc:spChg chg="mod">
          <ac:chgData name="Dương Thành Đô" userId="7b09d132-3f5d-4fa5-9cc1-20c656112bae" providerId="ADAL" clId="{864E0D98-5271-4D08-BF8C-291D4DB55D3A}" dt="2025-10-26T14:19:58.004" v="1114" actId="2711"/>
          <ac:spMkLst>
            <pc:docMk/>
            <pc:sldMk cId="2843549702" sldId="256"/>
            <ac:spMk id="16" creationId="{7415DEE5-E9C7-41BE-9D7D-AF8B98305F69}"/>
          </ac:spMkLst>
        </pc:spChg>
        <pc:spChg chg="mod">
          <ac:chgData name="Dương Thành Đô" userId="7b09d132-3f5d-4fa5-9cc1-20c656112bae" providerId="ADAL" clId="{864E0D98-5271-4D08-BF8C-291D4DB55D3A}" dt="2025-10-26T14:22:50.846" v="1188" actId="113"/>
          <ac:spMkLst>
            <pc:docMk/>
            <pc:sldMk cId="2843549702" sldId="256"/>
            <ac:spMk id="17" creationId="{FEF0C646-F0A4-4F22-9D8C-AFE527E50FE3}"/>
          </ac:spMkLst>
        </pc:spChg>
        <pc:spChg chg="add mod">
          <ac:chgData name="Dương Thành Đô" userId="7b09d132-3f5d-4fa5-9cc1-20c656112bae" providerId="ADAL" clId="{864E0D98-5271-4D08-BF8C-291D4DB55D3A}" dt="2025-10-26T14:30:43.999" v="1452" actId="2711"/>
          <ac:spMkLst>
            <pc:docMk/>
            <pc:sldMk cId="2843549702" sldId="256"/>
            <ac:spMk id="18" creationId="{C91F8449-1318-467D-BF7A-FF96FA2992A5}"/>
          </ac:spMkLst>
        </pc:spChg>
        <pc:spChg chg="mod">
          <ac:chgData name="Dương Thành Đô" userId="7b09d132-3f5d-4fa5-9cc1-20c656112bae" providerId="ADAL" clId="{864E0D98-5271-4D08-BF8C-291D4DB55D3A}" dt="2025-10-26T14:26:45.254" v="1315" actId="2711"/>
          <ac:spMkLst>
            <pc:docMk/>
            <pc:sldMk cId="2843549702" sldId="256"/>
            <ac:spMk id="19" creationId="{03FD3563-260C-4FBD-9453-DAA31FCC8B4D}"/>
          </ac:spMkLst>
        </pc:spChg>
        <pc:spChg chg="add del mod">
          <ac:chgData name="Dương Thành Đô" userId="7b09d132-3f5d-4fa5-9cc1-20c656112bae" providerId="ADAL" clId="{864E0D98-5271-4D08-BF8C-291D4DB55D3A}" dt="2025-10-26T13:59:04.353" v="163" actId="21"/>
          <ac:spMkLst>
            <pc:docMk/>
            <pc:sldMk cId="2843549702" sldId="256"/>
            <ac:spMk id="20" creationId="{09FB0FBC-BCCA-45B4-B3E1-D0D10C9347E6}"/>
          </ac:spMkLst>
        </pc:spChg>
        <pc:spChg chg="mod">
          <ac:chgData name="Dương Thành Đô" userId="7b09d132-3f5d-4fa5-9cc1-20c656112bae" providerId="ADAL" clId="{864E0D98-5271-4D08-BF8C-291D4DB55D3A}" dt="2025-10-26T13:54:41.040" v="33" actId="207"/>
          <ac:spMkLst>
            <pc:docMk/>
            <pc:sldMk cId="2843549702" sldId="256"/>
            <ac:spMk id="21" creationId="{FF08DDEE-FCF3-423D-8F15-2ACFFF42E1CA}"/>
          </ac:spMkLst>
        </pc:spChg>
        <pc:spChg chg="add del">
          <ac:chgData name="Dương Thành Đô" userId="7b09d132-3f5d-4fa5-9cc1-20c656112bae" providerId="ADAL" clId="{864E0D98-5271-4D08-BF8C-291D4DB55D3A}" dt="2025-10-26T14:25:30.365" v="1206"/>
          <ac:spMkLst>
            <pc:docMk/>
            <pc:sldMk cId="2843549702" sldId="256"/>
            <ac:spMk id="22" creationId="{8F1E9888-B9D2-476B-AF85-AB31C4BB67B2}"/>
          </ac:spMkLst>
        </pc:spChg>
        <pc:spChg chg="add del">
          <ac:chgData name="Dương Thành Đô" userId="7b09d132-3f5d-4fa5-9cc1-20c656112bae" providerId="ADAL" clId="{864E0D98-5271-4D08-BF8C-291D4DB55D3A}" dt="2025-10-26T14:28:05.873" v="1332"/>
          <ac:spMkLst>
            <pc:docMk/>
            <pc:sldMk cId="2843549702" sldId="256"/>
            <ac:spMk id="23" creationId="{63549167-74F2-4703-ABA1-EFDB8E29BE25}"/>
          </ac:spMkLst>
        </pc:spChg>
        <pc:spChg chg="add del">
          <ac:chgData name="Dương Thành Đô" userId="7b09d132-3f5d-4fa5-9cc1-20c656112bae" providerId="ADAL" clId="{864E0D98-5271-4D08-BF8C-291D4DB55D3A}" dt="2025-10-26T14:29:30.454" v="1420"/>
          <ac:spMkLst>
            <pc:docMk/>
            <pc:sldMk cId="2843549702" sldId="256"/>
            <ac:spMk id="24" creationId="{94F2EC36-8CAE-4EC7-825E-61B7D3124402}"/>
          </ac:spMkLst>
        </pc:spChg>
        <pc:spChg chg="mod">
          <ac:chgData name="Dương Thành Đô" userId="7b09d132-3f5d-4fa5-9cc1-20c656112bae" providerId="ADAL" clId="{864E0D98-5271-4D08-BF8C-291D4DB55D3A}" dt="2025-10-26T13:55:54.737" v="52" actId="207"/>
          <ac:spMkLst>
            <pc:docMk/>
            <pc:sldMk cId="2843549702" sldId="256"/>
            <ac:spMk id="25" creationId="{FDA7548B-3753-4686-95DC-955B3EE82F37}"/>
          </ac:spMkLst>
        </pc:spChg>
        <pc:spChg chg="add del">
          <ac:chgData name="Dương Thành Đô" userId="7b09d132-3f5d-4fa5-9cc1-20c656112bae" providerId="ADAL" clId="{864E0D98-5271-4D08-BF8C-291D4DB55D3A}" dt="2025-10-26T14:29:37.491" v="1423"/>
          <ac:spMkLst>
            <pc:docMk/>
            <pc:sldMk cId="2843549702" sldId="256"/>
            <ac:spMk id="26" creationId="{AA4909B4-980F-4258-AF75-8B5BBDFADD5E}"/>
          </ac:spMkLst>
        </pc:spChg>
        <pc:spChg chg="add mod">
          <ac:chgData name="Dương Thành Đô" userId="7b09d132-3f5d-4fa5-9cc1-20c656112bae" providerId="ADAL" clId="{864E0D98-5271-4D08-BF8C-291D4DB55D3A}" dt="2025-10-26T14:27:46.011" v="1328" actId="207"/>
          <ac:spMkLst>
            <pc:docMk/>
            <pc:sldMk cId="2843549702" sldId="256"/>
            <ac:spMk id="29" creationId="{E3A23F73-97FD-40F0-AFDD-61E3708EA29D}"/>
          </ac:spMkLst>
        </pc:spChg>
        <pc:spChg chg="add mod">
          <ac:chgData name="Dương Thành Đô" userId="7b09d132-3f5d-4fa5-9cc1-20c656112bae" providerId="ADAL" clId="{864E0D98-5271-4D08-BF8C-291D4DB55D3A}" dt="2025-10-26T14:27:20.264" v="1322" actId="207"/>
          <ac:spMkLst>
            <pc:docMk/>
            <pc:sldMk cId="2843549702" sldId="256"/>
            <ac:spMk id="30" creationId="{2194793A-0078-42D1-B9B6-6A9DA52B1ED0}"/>
          </ac:spMkLst>
        </pc:spChg>
        <pc:spChg chg="mod">
          <ac:chgData name="Dương Thành Đô" userId="7b09d132-3f5d-4fa5-9cc1-20c656112bae" providerId="ADAL" clId="{864E0D98-5271-4D08-BF8C-291D4DB55D3A}" dt="2025-10-26T13:59:45.719" v="171" actId="207"/>
          <ac:spMkLst>
            <pc:docMk/>
            <pc:sldMk cId="2843549702" sldId="256"/>
            <ac:spMk id="38" creationId="{6006A359-F0C7-4FA0-ADC2-378D2C52B37E}"/>
          </ac:spMkLst>
        </pc:spChg>
        <pc:spChg chg="mod">
          <ac:chgData name="Dương Thành Đô" userId="7b09d132-3f5d-4fa5-9cc1-20c656112bae" providerId="ADAL" clId="{864E0D98-5271-4D08-BF8C-291D4DB55D3A}" dt="2025-10-26T14:09:37.549" v="352" actId="207"/>
          <ac:spMkLst>
            <pc:docMk/>
            <pc:sldMk cId="2843549702" sldId="256"/>
            <ac:spMk id="44" creationId="{F8114E30-E380-44F0-B0FE-7B29E7235F4D}"/>
          </ac:spMkLst>
        </pc:spChg>
        <pc:spChg chg="del mod">
          <ac:chgData name="Dương Thành Đô" userId="7b09d132-3f5d-4fa5-9cc1-20c656112bae" providerId="ADAL" clId="{864E0D98-5271-4D08-BF8C-291D4DB55D3A}" dt="2025-10-26T13:59:00.578" v="162" actId="21"/>
          <ac:spMkLst>
            <pc:docMk/>
            <pc:sldMk cId="2843549702" sldId="256"/>
            <ac:spMk id="48" creationId="{17A952A1-35C7-48EB-90E5-1684B6CB5044}"/>
          </ac:spMkLst>
        </pc:spChg>
        <pc:spChg chg="mod">
          <ac:chgData name="Dương Thành Đô" userId="7b09d132-3f5d-4fa5-9cc1-20c656112bae" providerId="ADAL" clId="{864E0D98-5271-4D08-BF8C-291D4DB55D3A}" dt="2025-10-26T14:20:31.326" v="1120" actId="207"/>
          <ac:spMkLst>
            <pc:docMk/>
            <pc:sldMk cId="2843549702" sldId="256"/>
            <ac:spMk id="50" creationId="{C78C6C47-5078-40FA-B284-E36D45CADDF2}"/>
          </ac:spMkLst>
        </pc:spChg>
        <pc:spChg chg="mod">
          <ac:chgData name="Dương Thành Đô" userId="7b09d132-3f5d-4fa5-9cc1-20c656112bae" providerId="ADAL" clId="{864E0D98-5271-4D08-BF8C-291D4DB55D3A}" dt="2025-10-26T14:16:01.254" v="958" actId="207"/>
          <ac:spMkLst>
            <pc:docMk/>
            <pc:sldMk cId="2843549702" sldId="256"/>
            <ac:spMk id="51" creationId="{0D895823-1476-4E9B-B0FB-2B90D698E437}"/>
          </ac:spMkLst>
        </pc:spChg>
        <pc:spChg chg="mod">
          <ac:chgData name="Dương Thành Đô" userId="7b09d132-3f5d-4fa5-9cc1-20c656112bae" providerId="ADAL" clId="{864E0D98-5271-4D08-BF8C-291D4DB55D3A}" dt="2025-10-26T14:12:38.904" v="667" actId="1076"/>
          <ac:spMkLst>
            <pc:docMk/>
            <pc:sldMk cId="2843549702" sldId="256"/>
            <ac:spMk id="52" creationId="{9C02D0D2-183E-4964-A651-53D7B30C7EC3}"/>
          </ac:spMkLst>
        </pc:spChg>
      </pc:sldChg>
    </pc:docChg>
  </pc:docChgLst>
  <pc:docChgLst>
    <pc:chgData name="Dương Thành Đô" userId="7b09d132-3f5d-4fa5-9cc1-20c656112bae" providerId="ADAL" clId="{B229D88F-7DA6-4DD8-8F70-A0AE3FDB1C90}"/>
    <pc:docChg chg="modSld">
      <pc:chgData name="Dương Thành Đô" userId="7b09d132-3f5d-4fa5-9cc1-20c656112bae" providerId="ADAL" clId="{B229D88F-7DA6-4DD8-8F70-A0AE3FDB1C90}" dt="2025-11-19T14:53:31.455" v="24" actId="1076"/>
      <pc:docMkLst>
        <pc:docMk/>
      </pc:docMkLst>
      <pc:sldChg chg="addSp modSp mod">
        <pc:chgData name="Dương Thành Đô" userId="7b09d132-3f5d-4fa5-9cc1-20c656112bae" providerId="ADAL" clId="{B229D88F-7DA6-4DD8-8F70-A0AE3FDB1C90}" dt="2025-11-19T14:53:31.455" v="24" actId="1076"/>
        <pc:sldMkLst>
          <pc:docMk/>
          <pc:sldMk cId="2843549702" sldId="256"/>
        </pc:sldMkLst>
        <pc:spChg chg="mod">
          <ac:chgData name="Dương Thành Đô" userId="7b09d132-3f5d-4fa5-9cc1-20c656112bae" providerId="ADAL" clId="{B229D88F-7DA6-4DD8-8F70-A0AE3FDB1C90}" dt="2025-11-19T14:52:16.152" v="3" actId="20577"/>
          <ac:spMkLst>
            <pc:docMk/>
            <pc:sldMk cId="2843549702" sldId="256"/>
            <ac:spMk id="16" creationId="{7415DEE5-E9C7-41BE-9D7D-AF8B98305F69}"/>
          </ac:spMkLst>
        </pc:spChg>
        <pc:spChg chg="mod">
          <ac:chgData name="Dương Thành Đô" userId="7b09d132-3f5d-4fa5-9cc1-20c656112bae" providerId="ADAL" clId="{B229D88F-7DA6-4DD8-8F70-A0AE3FDB1C90}" dt="2025-11-19T14:53:08.232" v="15" actId="20577"/>
          <ac:spMkLst>
            <pc:docMk/>
            <pc:sldMk cId="2843549702" sldId="256"/>
            <ac:spMk id="19" creationId="{03FD3563-260C-4FBD-9453-DAA31FCC8B4D}"/>
          </ac:spMkLst>
        </pc:spChg>
        <pc:picChg chg="add mod">
          <ac:chgData name="Dương Thành Đô" userId="7b09d132-3f5d-4fa5-9cc1-20c656112bae" providerId="ADAL" clId="{B229D88F-7DA6-4DD8-8F70-A0AE3FDB1C90}" dt="2025-11-19T14:52:31.145" v="8" actId="14100"/>
          <ac:picMkLst>
            <pc:docMk/>
            <pc:sldMk cId="2843549702" sldId="256"/>
            <ac:picMk id="3" creationId="{8F990772-05AD-4DDF-828D-1A66C83E6ACB}"/>
          </ac:picMkLst>
        </pc:picChg>
        <pc:picChg chg="add mod">
          <ac:chgData name="Dương Thành Đô" userId="7b09d132-3f5d-4fa5-9cc1-20c656112bae" providerId="ADAL" clId="{B229D88F-7DA6-4DD8-8F70-A0AE3FDB1C90}" dt="2025-11-19T14:53:31.455" v="24" actId="1076"/>
          <ac:picMkLst>
            <pc:docMk/>
            <pc:sldMk cId="2843549702" sldId="256"/>
            <ac:picMk id="5" creationId="{73A3B1D4-BDAF-4E29-8BCC-E7671687EB2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5BA6-E4C5-4B3F-901D-1A9FE42084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D7DE-944E-4AB8-8DD7-717FDA026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09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5BA6-E4C5-4B3F-901D-1A9FE42084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D7DE-944E-4AB8-8DD7-717FDA026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13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5BA6-E4C5-4B3F-901D-1A9FE42084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D7DE-944E-4AB8-8DD7-717FDA026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23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5BA6-E4C5-4B3F-901D-1A9FE42084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D7DE-944E-4AB8-8DD7-717FDA026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3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5BA6-E4C5-4B3F-901D-1A9FE42084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D7DE-944E-4AB8-8DD7-717FDA026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6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5BA6-E4C5-4B3F-901D-1A9FE42084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D7DE-944E-4AB8-8DD7-717FDA026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810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5BA6-E4C5-4B3F-901D-1A9FE42084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D7DE-944E-4AB8-8DD7-717FDA026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678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5BA6-E4C5-4B3F-901D-1A9FE42084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D7DE-944E-4AB8-8DD7-717FDA026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593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5BA6-E4C5-4B3F-901D-1A9FE42084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D7DE-944E-4AB8-8DD7-717FDA026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889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5BA6-E4C5-4B3F-901D-1A9FE42084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D7DE-944E-4AB8-8DD7-717FDA026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749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5BA6-E4C5-4B3F-901D-1A9FE42084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CD7DE-944E-4AB8-8DD7-717FDA026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23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6A5BA6-E4C5-4B3F-901D-1A9FE42084D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2CD7DE-944E-4AB8-8DD7-717FDA026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5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1B2A59-53DD-4879-B3DC-75B9FD0B8189}"/>
              </a:ext>
            </a:extLst>
          </p:cNvPr>
          <p:cNvSpPr/>
          <p:nvPr/>
        </p:nvSpPr>
        <p:spPr>
          <a:xfrm>
            <a:off x="708212" y="878530"/>
            <a:ext cx="2877670" cy="19543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 err="1">
                <a:latin typeface="+mj-lt"/>
              </a:rPr>
              <a:t>Dữ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liệu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trong</a:t>
            </a:r>
            <a:r>
              <a:rPr lang="en-US" sz="1400" dirty="0">
                <a:latin typeface="+mj-lt"/>
              </a:rPr>
              <a:t> CPU </a:t>
            </a:r>
            <a:r>
              <a:rPr lang="en-US" sz="1400" dirty="0" err="1">
                <a:latin typeface="+mj-lt"/>
              </a:rPr>
              <a:t>và</a:t>
            </a:r>
            <a:r>
              <a:rPr lang="en-US" sz="1400" dirty="0">
                <a:latin typeface="+mj-lt"/>
              </a:rPr>
              <a:t> RAM </a:t>
            </a:r>
            <a:r>
              <a:rPr lang="en-US" sz="1400" dirty="0" err="1">
                <a:latin typeface="+mj-lt"/>
              </a:rPr>
              <a:t>mất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khi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tắt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máy</a:t>
            </a:r>
            <a:r>
              <a:rPr lang="en-US" sz="1400" dirty="0">
                <a:latin typeface="+mj-lt"/>
              </a:rPr>
              <a:t>, </a:t>
            </a:r>
            <a:r>
              <a:rPr lang="en-US" sz="1400" dirty="0" err="1">
                <a:latin typeface="+mj-lt"/>
              </a:rPr>
              <a:t>còn</a:t>
            </a:r>
            <a:r>
              <a:rPr lang="en-US" sz="1400" dirty="0">
                <a:latin typeface="+mj-lt"/>
              </a:rPr>
              <a:t> file </a:t>
            </a:r>
            <a:r>
              <a:rPr lang="en-US" sz="1400" dirty="0" err="1">
                <a:latin typeface="+mj-lt"/>
              </a:rPr>
              <a:t>trong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bộ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nhớ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phụ</a:t>
            </a:r>
            <a:r>
              <a:rPr lang="en-US" sz="1400" dirty="0">
                <a:latin typeface="+mj-lt"/>
              </a:rPr>
              <a:t> (ổ </a:t>
            </a:r>
            <a:r>
              <a:rPr lang="en-US" sz="1400" dirty="0" err="1">
                <a:latin typeface="+mj-lt"/>
              </a:rPr>
              <a:t>đĩa</a:t>
            </a:r>
            <a:r>
              <a:rPr lang="en-US" sz="1400" dirty="0">
                <a:latin typeface="+mj-lt"/>
              </a:rPr>
              <a:t>, USB) </a:t>
            </a:r>
            <a:r>
              <a:rPr lang="en-US" sz="1400" dirty="0" err="1">
                <a:latin typeface="+mj-lt"/>
              </a:rPr>
              <a:t>thì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không</a:t>
            </a:r>
            <a:r>
              <a:rPr lang="en-US" sz="1400" dirty="0">
                <a:latin typeface="+mj-lt"/>
              </a:rPr>
              <a:t>.</a:t>
            </a:r>
          </a:p>
          <a:p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File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giúp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lưu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trữ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và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tái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sử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dụng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dữ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liệu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giữa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các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lần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chạy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chương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trình</a:t>
            </a:r>
            <a:r>
              <a:rPr lang="vi-VN" sz="1400" dirty="0"/>
              <a:t>.</a:t>
            </a:r>
            <a:endParaRPr lang="en-US" sz="1400" dirty="0"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FD832D-64A4-40FC-ADA0-98DB0C20EA4D}"/>
              </a:ext>
            </a:extLst>
          </p:cNvPr>
          <p:cNvSpPr/>
          <p:nvPr/>
        </p:nvSpPr>
        <p:spPr>
          <a:xfrm>
            <a:off x="3585882" y="869576"/>
            <a:ext cx="2877670" cy="19543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400" dirty="0">
              <a:latin typeface="+mj-lt"/>
            </a:endParaRPr>
          </a:p>
          <a:p>
            <a:r>
              <a:rPr lang="en-US" sz="1400" dirty="0" err="1">
                <a:latin typeface="+mj-lt"/>
              </a:rPr>
              <a:t>fhand</a:t>
            </a:r>
            <a:r>
              <a:rPr lang="en-US" sz="1400" dirty="0">
                <a:latin typeface="+mj-lt"/>
              </a:rPr>
              <a:t> = open('mbox.txt’)</a:t>
            </a:r>
          </a:p>
          <a:p>
            <a:r>
              <a:rPr lang="en-US" sz="1400" dirty="0">
                <a:latin typeface="+mj-lt"/>
              </a:rPr>
              <a:t>Open </a:t>
            </a:r>
            <a:r>
              <a:rPr lang="en-US" sz="1400" dirty="0" err="1">
                <a:latin typeface="+mj-lt"/>
              </a:rPr>
              <a:t>tạo</a:t>
            </a:r>
            <a:r>
              <a:rPr lang="en-US" sz="1400" dirty="0">
                <a:latin typeface="+mj-lt"/>
              </a:rPr>
              <a:t> file handle– </a:t>
            </a:r>
            <a:r>
              <a:rPr lang="en-US" sz="1400" dirty="0" err="1">
                <a:latin typeface="+mj-lt"/>
              </a:rPr>
              <a:t>một</a:t>
            </a:r>
            <a:r>
              <a:rPr lang="en-US" sz="1400" dirty="0">
                <a:latin typeface="+mj-lt"/>
              </a:rPr>
              <a:t> “</a:t>
            </a:r>
            <a:r>
              <a:rPr lang="en-US" sz="1400" dirty="0" err="1">
                <a:latin typeface="+mj-lt"/>
              </a:rPr>
              <a:t>tay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cầm</a:t>
            </a:r>
            <a:r>
              <a:rPr lang="en-US" sz="1400" dirty="0">
                <a:latin typeface="+mj-lt"/>
              </a:rPr>
              <a:t>” </a:t>
            </a:r>
            <a:r>
              <a:rPr lang="en-US" sz="1400" dirty="0" err="1">
                <a:latin typeface="+mj-lt"/>
              </a:rPr>
              <a:t>để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làm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việc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với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dữ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liệu</a:t>
            </a:r>
            <a:r>
              <a:rPr lang="en-US" sz="1400" dirty="0">
                <a:latin typeface="+mj-lt"/>
              </a:rPr>
              <a:t>.</a:t>
            </a:r>
          </a:p>
          <a:p>
            <a:r>
              <a:rPr lang="en-US" sz="1400" dirty="0" err="1">
                <a:latin typeface="+mj-lt"/>
              </a:rPr>
              <a:t>Nếu</a:t>
            </a:r>
            <a:r>
              <a:rPr lang="en-US" sz="1400" dirty="0">
                <a:latin typeface="+mj-lt"/>
              </a:rPr>
              <a:t> file </a:t>
            </a:r>
            <a:r>
              <a:rPr lang="en-US" sz="1400" dirty="0" err="1">
                <a:latin typeface="+mj-lt"/>
              </a:rPr>
              <a:t>không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tồn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tại</a:t>
            </a:r>
            <a:r>
              <a:rPr lang="en-US" sz="1400" dirty="0">
                <a:latin typeface="+mj-lt"/>
              </a:rPr>
              <a:t> → python </a:t>
            </a:r>
            <a:r>
              <a:rPr lang="en-US" sz="1400" dirty="0" err="1">
                <a:latin typeface="+mj-lt"/>
              </a:rPr>
              <a:t>báo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lỗi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FileNotFoundError</a:t>
            </a:r>
            <a:endParaRPr lang="en-US" sz="1400" dirty="0">
              <a:latin typeface="+mj-lt"/>
            </a:endParaRPr>
          </a:p>
          <a:p>
            <a:endParaRPr lang="en-US" sz="1400" dirty="0"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14119A-6A97-4D50-A124-6DF88EEDB8ED}"/>
              </a:ext>
            </a:extLst>
          </p:cNvPr>
          <p:cNvSpPr/>
          <p:nvPr/>
        </p:nvSpPr>
        <p:spPr>
          <a:xfrm>
            <a:off x="6463552" y="869576"/>
            <a:ext cx="2877670" cy="19543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+mj-lt"/>
              </a:rPr>
              <a:t>File </a:t>
            </a:r>
            <a:r>
              <a:rPr lang="en-US" sz="1400" dirty="0" err="1">
                <a:latin typeface="+mj-lt"/>
              </a:rPr>
              <a:t>văn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bản</a:t>
            </a:r>
            <a:r>
              <a:rPr lang="en-US" sz="1400" dirty="0">
                <a:latin typeface="+mj-lt"/>
              </a:rPr>
              <a:t> = </a:t>
            </a:r>
            <a:r>
              <a:rPr lang="en-US" sz="1400" dirty="0" err="1">
                <a:latin typeface="+mj-lt"/>
              </a:rPr>
              <a:t>chuỗi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các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dòng</a:t>
            </a:r>
            <a:r>
              <a:rPr lang="en-US" sz="1400" dirty="0">
                <a:latin typeface="+mj-lt"/>
              </a:rPr>
              <a:t>, </a:t>
            </a:r>
            <a:r>
              <a:rPr lang="en-US" sz="1400" dirty="0" err="1">
                <a:latin typeface="+mj-lt"/>
              </a:rPr>
              <a:t>mỗi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dòng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kết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thức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bằng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kí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tự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xuống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dòng</a:t>
            </a:r>
            <a:r>
              <a:rPr lang="en-US" sz="1400" dirty="0">
                <a:latin typeface="+mj-lt"/>
              </a:rPr>
              <a:t> \n</a:t>
            </a:r>
          </a:p>
          <a:p>
            <a:r>
              <a:rPr lang="en-US" sz="1400" dirty="0">
                <a:latin typeface="+mj-lt"/>
              </a:rPr>
              <a:t>\n </a:t>
            </a:r>
            <a:r>
              <a:rPr lang="en-US" sz="1400" dirty="0" err="1">
                <a:latin typeface="+mj-lt"/>
              </a:rPr>
              <a:t>là</a:t>
            </a:r>
            <a:r>
              <a:rPr lang="en-US" sz="1400" dirty="0">
                <a:latin typeface="+mj-lt"/>
              </a:rPr>
              <a:t> 1 </a:t>
            </a:r>
            <a:r>
              <a:rPr lang="en-US" sz="1400" dirty="0" err="1">
                <a:latin typeface="+mj-lt"/>
              </a:rPr>
              <a:t>kí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tự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duy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nhất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biểu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diễn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kết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thúc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dòng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khi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đọc</a:t>
            </a:r>
            <a:r>
              <a:rPr lang="en-US" sz="1400" dirty="0">
                <a:latin typeface="+mj-lt"/>
              </a:rPr>
              <a:t> file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42B7F2-532F-44C1-879E-BCF92A291348}"/>
              </a:ext>
            </a:extLst>
          </p:cNvPr>
          <p:cNvSpPr/>
          <p:nvPr/>
        </p:nvSpPr>
        <p:spPr>
          <a:xfrm>
            <a:off x="708212" y="2823882"/>
            <a:ext cx="2877670" cy="19543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latin typeface="+mj-lt"/>
              </a:rPr>
              <a:t>for line in </a:t>
            </a:r>
            <a:r>
              <a:rPr lang="en-US" sz="1400" dirty="0" err="1">
                <a:latin typeface="+mj-lt"/>
              </a:rPr>
              <a:t>fhand</a:t>
            </a:r>
            <a:r>
              <a:rPr lang="en-US" sz="1400" dirty="0">
                <a:latin typeface="+mj-lt"/>
              </a:rPr>
              <a:t>:</a:t>
            </a:r>
          </a:p>
          <a:p>
            <a:r>
              <a:rPr lang="en-US" sz="1400" dirty="0">
                <a:latin typeface="+mj-lt"/>
              </a:rPr>
              <a:t>    count += 1</a:t>
            </a:r>
          </a:p>
          <a:p>
            <a:r>
              <a:rPr lang="en-US" sz="1400" dirty="0" err="1">
                <a:latin typeface="+mj-lt"/>
              </a:rPr>
              <a:t>Có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thể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duyệt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từng</a:t>
            </a:r>
            <a:r>
              <a:rPr lang="en-US" sz="1400" dirty="0">
                <a:latin typeface="+mj-lt"/>
              </a:rPr>
              <a:t> dong </a:t>
            </a:r>
            <a:r>
              <a:rPr lang="en-US" sz="1400" dirty="0" err="1">
                <a:latin typeface="+mj-lt"/>
              </a:rPr>
              <a:t>bằng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vòng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lặp</a:t>
            </a:r>
            <a:r>
              <a:rPr lang="en-US" sz="1400" dirty="0">
                <a:latin typeface="+mj-lt"/>
              </a:rPr>
              <a:t> for</a:t>
            </a:r>
          </a:p>
          <a:p>
            <a:r>
              <a:rPr lang="en-US" sz="1400" dirty="0">
                <a:latin typeface="+mj-lt"/>
              </a:rPr>
              <a:t>Read() </a:t>
            </a:r>
            <a:r>
              <a:rPr lang="en-US" sz="1400" dirty="0" err="1">
                <a:latin typeface="+mj-lt"/>
              </a:rPr>
              <a:t>đọc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toàn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bộ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nội</a:t>
            </a:r>
            <a:r>
              <a:rPr lang="en-US" sz="1400" dirty="0">
                <a:latin typeface="+mj-lt"/>
              </a:rPr>
              <a:t> dung file </a:t>
            </a:r>
            <a:r>
              <a:rPr lang="en-US" sz="1400" dirty="0" err="1">
                <a:latin typeface="+mj-lt"/>
              </a:rPr>
              <a:t>thành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một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chuỗi</a:t>
            </a:r>
            <a:endParaRPr lang="en-US" sz="1400" dirty="0">
              <a:latin typeface="+mj-lt"/>
            </a:endParaRPr>
          </a:p>
          <a:p>
            <a:endParaRPr lang="en-US" dirty="0"/>
          </a:p>
          <a:p>
            <a:pPr algn="ctr"/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15DEE5-E9C7-41BE-9D7D-AF8B98305F69}"/>
              </a:ext>
            </a:extLst>
          </p:cNvPr>
          <p:cNvSpPr/>
          <p:nvPr/>
        </p:nvSpPr>
        <p:spPr>
          <a:xfrm>
            <a:off x="3585882" y="2823882"/>
            <a:ext cx="2877670" cy="19543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400" dirty="0"/>
          </a:p>
          <a:p>
            <a:endParaRPr lang="en-US" sz="1400" dirty="0">
              <a:latin typeface="+mj-lt"/>
            </a:endParaRPr>
          </a:p>
          <a:p>
            <a:r>
              <a:rPr lang="en-US" sz="1400" dirty="0" err="1">
                <a:latin typeface="+mj-lt"/>
              </a:rPr>
              <a:t>Duyệt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từng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dòng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và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lọc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điều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kiện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bằng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startswith</a:t>
            </a:r>
            <a:r>
              <a:rPr lang="en-US" sz="1400" dirty="0">
                <a:latin typeface="+mj-lt"/>
              </a:rPr>
              <a:t>() </a:t>
            </a:r>
            <a:r>
              <a:rPr lang="en-US" sz="1400" dirty="0" err="1">
                <a:latin typeface="+mj-lt"/>
              </a:rPr>
              <a:t>hoặc</a:t>
            </a:r>
            <a:r>
              <a:rPr lang="en-US" sz="1400" dirty="0">
                <a:latin typeface="+mj-lt"/>
              </a:rPr>
              <a:t> find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F0C646-F0A4-4F22-9D8C-AFE527E50FE3}"/>
              </a:ext>
            </a:extLst>
          </p:cNvPr>
          <p:cNvSpPr/>
          <p:nvPr/>
        </p:nvSpPr>
        <p:spPr>
          <a:xfrm>
            <a:off x="6463552" y="2823882"/>
            <a:ext cx="2877670" cy="19543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fname</a:t>
            </a:r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=input(‘Enter file name:’)</a:t>
            </a:r>
          </a:p>
          <a:p>
            <a:r>
              <a:rPr lang="en-US" sz="14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fhand</a:t>
            </a:r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= open(</a:t>
            </a:r>
            <a:r>
              <a:rPr lang="en-US" sz="14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fname</a:t>
            </a:r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  <a:p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Cho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phép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người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dùng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tự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chọn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file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để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xử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lý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Dùng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lặp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lại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chương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trình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cho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các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file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khác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nhau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mà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không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cần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sửa</a:t>
            </a:r>
            <a:r>
              <a:rPr lang="vi-VN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code</a:t>
            </a:r>
            <a:r>
              <a:rPr lang="vi-VN" sz="1400" dirty="0">
                <a:latin typeface="+mj-lt"/>
              </a:rPr>
              <a:t>.</a:t>
            </a:r>
            <a:endParaRPr lang="en-US" sz="1400" dirty="0">
              <a:latin typeface="+mj-lt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FD3563-260C-4FBD-9453-DAA31FCC8B4D}"/>
              </a:ext>
            </a:extLst>
          </p:cNvPr>
          <p:cNvSpPr/>
          <p:nvPr/>
        </p:nvSpPr>
        <p:spPr>
          <a:xfrm>
            <a:off x="2147047" y="4778188"/>
            <a:ext cx="2877670" cy="19543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 err="1">
                <a:latin typeface="+mj-lt"/>
              </a:rPr>
              <a:t>Tránh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lỗi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khi</a:t>
            </a:r>
            <a:r>
              <a:rPr lang="en-US" sz="1200" dirty="0">
                <a:latin typeface="+mj-lt"/>
              </a:rPr>
              <a:t> file </a:t>
            </a:r>
            <a:r>
              <a:rPr lang="en-US" sz="1200" dirty="0" err="1">
                <a:latin typeface="+mj-lt"/>
              </a:rPr>
              <a:t>không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tồn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tại</a:t>
            </a:r>
            <a:r>
              <a:rPr lang="en-US" sz="1200" dirty="0">
                <a:latin typeface="+mj-lt"/>
              </a:rPr>
              <a:t>.</a:t>
            </a:r>
          </a:p>
          <a:p>
            <a:r>
              <a:rPr lang="en-US" sz="1200" dirty="0">
                <a:latin typeface="+mj-lt"/>
              </a:rPr>
              <a:t>try/except </a:t>
            </a:r>
            <a:r>
              <a:rPr lang="en-US" sz="1200" dirty="0" err="1">
                <a:latin typeface="+mj-lt"/>
              </a:rPr>
              <a:t>giúp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chương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trình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chạy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mượt</a:t>
            </a:r>
            <a:r>
              <a:rPr lang="en-US" sz="1200" dirty="0">
                <a:latin typeface="+mj-lt"/>
              </a:rPr>
              <a:t>, </a:t>
            </a:r>
            <a:r>
              <a:rPr lang="en-US" sz="1200" dirty="0" err="1">
                <a:latin typeface="+mj-lt"/>
              </a:rPr>
              <a:t>không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bị</a:t>
            </a:r>
            <a:r>
              <a:rPr lang="en-US" sz="1200" dirty="0">
                <a:latin typeface="+mj-lt"/>
              </a:rPr>
              <a:t> crash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F08DDEE-FCF3-423D-8F15-2ACFFF42E1CA}"/>
              </a:ext>
            </a:extLst>
          </p:cNvPr>
          <p:cNvSpPr/>
          <p:nvPr/>
        </p:nvSpPr>
        <p:spPr>
          <a:xfrm>
            <a:off x="708212" y="125506"/>
            <a:ext cx="8592670" cy="582706"/>
          </a:xfrm>
          <a:prstGeom prst="roundRect">
            <a:avLst/>
          </a:prstGeom>
          <a:solidFill>
            <a:schemeClr val="accent6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FILES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DA7548B-3753-4686-95DC-955B3EE82F37}"/>
              </a:ext>
            </a:extLst>
          </p:cNvPr>
          <p:cNvSpPr/>
          <p:nvPr/>
        </p:nvSpPr>
        <p:spPr>
          <a:xfrm>
            <a:off x="708212" y="869573"/>
            <a:ext cx="2877670" cy="3151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1. Persistence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006A359-F0C7-4FA0-ADC2-378D2C52B37E}"/>
              </a:ext>
            </a:extLst>
          </p:cNvPr>
          <p:cNvSpPr/>
          <p:nvPr/>
        </p:nvSpPr>
        <p:spPr>
          <a:xfrm>
            <a:off x="3585882" y="869573"/>
            <a:ext cx="2877670" cy="3241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2. Opening Files 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8114E30-E380-44F0-B0FE-7B29E7235F4D}"/>
              </a:ext>
            </a:extLst>
          </p:cNvPr>
          <p:cNvSpPr/>
          <p:nvPr/>
        </p:nvSpPr>
        <p:spPr>
          <a:xfrm>
            <a:off x="6463552" y="869573"/>
            <a:ext cx="2877670" cy="3241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3. Text Files and Lines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78C6C47-5078-40FA-B284-E36D45CADDF2}"/>
              </a:ext>
            </a:extLst>
          </p:cNvPr>
          <p:cNvSpPr/>
          <p:nvPr/>
        </p:nvSpPr>
        <p:spPr>
          <a:xfrm>
            <a:off x="6463552" y="2823882"/>
            <a:ext cx="2877670" cy="3151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+mj-lt"/>
              </a:rPr>
              <a:t>6. </a:t>
            </a:r>
            <a:r>
              <a:rPr lang="en-US" dirty="0">
                <a:solidFill>
                  <a:srgbClr val="FF0000"/>
                </a:solidFill>
              </a:rPr>
              <a:t>User Input File Name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D895823-1476-4E9B-B0FB-2B90D698E437}"/>
              </a:ext>
            </a:extLst>
          </p:cNvPr>
          <p:cNvSpPr/>
          <p:nvPr/>
        </p:nvSpPr>
        <p:spPr>
          <a:xfrm>
            <a:off x="3585882" y="2823882"/>
            <a:ext cx="2877670" cy="3151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+mj-lt"/>
              </a:rPr>
              <a:t>5. </a:t>
            </a:r>
            <a:r>
              <a:rPr lang="en-US" dirty="0">
                <a:solidFill>
                  <a:srgbClr val="FF0000"/>
                </a:solidFill>
              </a:rPr>
              <a:t>Searching in Files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C02D0D2-183E-4964-A651-53D7B30C7EC3}"/>
              </a:ext>
            </a:extLst>
          </p:cNvPr>
          <p:cNvSpPr/>
          <p:nvPr/>
        </p:nvSpPr>
        <p:spPr>
          <a:xfrm>
            <a:off x="708212" y="2823882"/>
            <a:ext cx="2877670" cy="3151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+mj-lt"/>
              </a:rPr>
              <a:t>4. </a:t>
            </a:r>
            <a:r>
              <a:rPr lang="en-US" dirty="0">
                <a:solidFill>
                  <a:srgbClr val="FF0000"/>
                </a:solidFill>
              </a:rPr>
              <a:t>Reading Files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1F8449-1318-467D-BF7A-FF96FA2992A5}"/>
              </a:ext>
            </a:extLst>
          </p:cNvPr>
          <p:cNvSpPr/>
          <p:nvPr/>
        </p:nvSpPr>
        <p:spPr>
          <a:xfrm>
            <a:off x="5024717" y="4778188"/>
            <a:ext cx="2877670" cy="19543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 err="1">
                <a:latin typeface="+mj-lt"/>
              </a:rPr>
              <a:t>fout</a:t>
            </a:r>
            <a:r>
              <a:rPr lang="en-US" sz="1200" dirty="0">
                <a:latin typeface="+mj-lt"/>
              </a:rPr>
              <a:t> = open('output.txt', 'w')</a:t>
            </a:r>
          </a:p>
          <a:p>
            <a:r>
              <a:rPr lang="en-US" sz="1200" dirty="0" err="1">
                <a:latin typeface="+mj-lt"/>
              </a:rPr>
              <a:t>fout.write</a:t>
            </a:r>
            <a:r>
              <a:rPr lang="en-US" sz="1200" dirty="0">
                <a:latin typeface="+mj-lt"/>
              </a:rPr>
              <a:t>("Hello\n")</a:t>
            </a:r>
          </a:p>
          <a:p>
            <a:r>
              <a:rPr lang="en-US" sz="1200" dirty="0" err="1">
                <a:latin typeface="+mj-lt"/>
              </a:rPr>
              <a:t>fout.close</a:t>
            </a:r>
            <a:r>
              <a:rPr lang="en-US" sz="1200" dirty="0">
                <a:latin typeface="+mj-lt"/>
              </a:rPr>
              <a:t>()</a:t>
            </a:r>
          </a:p>
          <a:p>
            <a:r>
              <a:rPr lang="en-US" sz="1200" dirty="0" err="1">
                <a:latin typeface="+mj-lt"/>
              </a:rPr>
              <a:t>Dùng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chế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độ</a:t>
            </a:r>
            <a:r>
              <a:rPr lang="en-US" sz="1200" dirty="0">
                <a:latin typeface="+mj-lt"/>
              </a:rPr>
              <a:t> “w” </a:t>
            </a:r>
            <a:r>
              <a:rPr lang="en-US" sz="1200" dirty="0" err="1">
                <a:latin typeface="+mj-lt"/>
              </a:rPr>
              <a:t>để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ghi</a:t>
            </a:r>
            <a:r>
              <a:rPr lang="en-US" sz="1200" dirty="0">
                <a:latin typeface="+mj-lt"/>
              </a:rPr>
              <a:t> file</a:t>
            </a:r>
          </a:p>
          <a:p>
            <a:r>
              <a:rPr lang="en-US" sz="1200" dirty="0" err="1">
                <a:latin typeface="+mj-lt"/>
              </a:rPr>
              <a:t>Nếu</a:t>
            </a:r>
            <a:r>
              <a:rPr lang="en-US" sz="1200" dirty="0">
                <a:latin typeface="+mj-lt"/>
              </a:rPr>
              <a:t> file </a:t>
            </a:r>
            <a:r>
              <a:rPr lang="en-US" sz="1200" dirty="0" err="1">
                <a:latin typeface="+mj-lt"/>
              </a:rPr>
              <a:t>đã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có</a:t>
            </a:r>
            <a:r>
              <a:rPr lang="en-US" sz="1200" dirty="0">
                <a:latin typeface="+mj-lt"/>
              </a:rPr>
              <a:t> → </a:t>
            </a:r>
            <a:r>
              <a:rPr lang="en-US" sz="1200" dirty="0" err="1">
                <a:latin typeface="+mj-lt"/>
              </a:rPr>
              <a:t>bị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xóa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dữ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liệu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cũ</a:t>
            </a:r>
            <a:r>
              <a:rPr lang="en-US" sz="1200" dirty="0">
                <a:latin typeface="+mj-lt"/>
              </a:rPr>
              <a:t>.</a:t>
            </a:r>
          </a:p>
          <a:p>
            <a:r>
              <a:rPr lang="en-US" sz="1200" dirty="0" err="1">
                <a:latin typeface="+mj-lt"/>
              </a:rPr>
              <a:t>Dùng</a:t>
            </a:r>
            <a:r>
              <a:rPr lang="en-US" sz="1200" dirty="0">
                <a:latin typeface="+mj-lt"/>
              </a:rPr>
              <a:t> close() </a:t>
            </a:r>
            <a:r>
              <a:rPr lang="vi-VN" sz="12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để</a:t>
            </a:r>
            <a:r>
              <a:rPr lang="vi-VN" sz="12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2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đảm</a:t>
            </a:r>
            <a:r>
              <a:rPr lang="vi-VN" sz="12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2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bảo</a:t>
            </a:r>
            <a:r>
              <a:rPr lang="vi-VN" sz="12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2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dữ</a:t>
            </a:r>
            <a:r>
              <a:rPr lang="vi-VN" sz="12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2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liệu</a:t>
            </a:r>
            <a:r>
              <a:rPr lang="vi-VN" sz="12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2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được</a:t>
            </a:r>
            <a:r>
              <a:rPr lang="vi-VN" sz="12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lưu </a:t>
            </a:r>
            <a:r>
              <a:rPr lang="vi-VN" sz="12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hoàn</a:t>
            </a:r>
            <a:r>
              <a:rPr lang="vi-VN" sz="12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vi-VN" sz="1200" dirty="0" err="1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toàn</a:t>
            </a:r>
            <a:r>
              <a:rPr lang="vi-VN" sz="12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  <a:endParaRPr lang="en-US" sz="1200" dirty="0">
              <a:latin typeface="+mj-lt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A23F73-97FD-40F0-AFDD-61E3708EA29D}"/>
              </a:ext>
            </a:extLst>
          </p:cNvPr>
          <p:cNvSpPr/>
          <p:nvPr/>
        </p:nvSpPr>
        <p:spPr>
          <a:xfrm>
            <a:off x="5024717" y="4778188"/>
            <a:ext cx="2877670" cy="3151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8. Writing Files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94793A-0078-42D1-B9B6-6A9DA52B1ED0}"/>
              </a:ext>
            </a:extLst>
          </p:cNvPr>
          <p:cNvSpPr/>
          <p:nvPr/>
        </p:nvSpPr>
        <p:spPr>
          <a:xfrm>
            <a:off x="2147047" y="4778188"/>
            <a:ext cx="2877670" cy="3151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7. Try/Except </a:t>
            </a:r>
            <a:r>
              <a:rPr lang="en-US" dirty="0" err="1">
                <a:solidFill>
                  <a:srgbClr val="FF0000"/>
                </a:solidFill>
              </a:rPr>
              <a:t>khi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mở</a:t>
            </a:r>
            <a:r>
              <a:rPr lang="en-US" dirty="0">
                <a:solidFill>
                  <a:srgbClr val="FF0000"/>
                </a:solidFill>
              </a:rPr>
              <a:t> file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990772-05AD-4DDF-828D-1A66C83E6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517" y="3727974"/>
            <a:ext cx="2508095" cy="9067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A3B1D4-BDAF-4E29-8BCC-E7671687E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296" y="5236795"/>
            <a:ext cx="2687171" cy="72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549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</TotalTime>
  <Words>313</Words>
  <Application>Microsoft Office PowerPoint</Application>
  <PresentationFormat>A4 Paper (210x297 mm)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Dương Thành Đô</dc:creator>
  <cp:lastModifiedBy>Dương Thành Đô</cp:lastModifiedBy>
  <cp:revision>13</cp:revision>
  <dcterms:created xsi:type="dcterms:W3CDTF">2025-10-26T12:39:04Z</dcterms:created>
  <dcterms:modified xsi:type="dcterms:W3CDTF">2025-11-19T14:53:35Z</dcterms:modified>
</cp:coreProperties>
</file>