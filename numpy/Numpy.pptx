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3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51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64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10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36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777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990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8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9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6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6D254-A707-4846-935B-7E9C7B727CC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1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6D254-A707-4846-935B-7E9C7B727CCB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CAD2A-62F7-47F2-B9CE-38A538C2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56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D9BD0F-2C00-44B3-AF05-68AC53C42E2F}"/>
              </a:ext>
            </a:extLst>
          </p:cNvPr>
          <p:cNvSpPr/>
          <p:nvPr/>
        </p:nvSpPr>
        <p:spPr>
          <a:xfrm>
            <a:off x="4276725" y="0"/>
            <a:ext cx="1600200" cy="6477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solidFill>
                  <a:schemeClr val="bg1"/>
                </a:solidFill>
              </a:rPr>
              <a:t>NUMPY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6FDF97-72CE-42BB-9E65-DC600B4F5D6E}"/>
              </a:ext>
            </a:extLst>
          </p:cNvPr>
          <p:cNvSpPr/>
          <p:nvPr/>
        </p:nvSpPr>
        <p:spPr>
          <a:xfrm>
            <a:off x="1" y="785602"/>
            <a:ext cx="3620704" cy="306249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dirty="0">
                <a:solidFill>
                  <a:schemeClr val="tx1"/>
                </a:solidFill>
              </a:rPr>
              <a:t>Mảng số học tối ưu ,dùng cho tính toán nhanh với dữ liệu đồng nhất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Cấu trúc: import numpy as np</a:t>
            </a: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C5EF4D-1978-4CE3-88CB-C91F91D4C168}"/>
              </a:ext>
            </a:extLst>
          </p:cNvPr>
          <p:cNvSpPr/>
          <p:nvPr/>
        </p:nvSpPr>
        <p:spPr>
          <a:xfrm>
            <a:off x="4849" y="747623"/>
            <a:ext cx="3612899" cy="57880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Numpy array là gì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86EF38-376D-4C18-BAD5-BF38BAF532D9}"/>
              </a:ext>
            </a:extLst>
          </p:cNvPr>
          <p:cNvSpPr/>
          <p:nvPr/>
        </p:nvSpPr>
        <p:spPr>
          <a:xfrm>
            <a:off x="3619500" y="733424"/>
            <a:ext cx="3370094" cy="606742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100" dirty="0">
                <a:solidFill>
                  <a:schemeClr val="tx1"/>
                </a:solidFill>
              </a:rPr>
              <a:t>Index=&gt; truy cập 1 phần tử theo vị trí</a:t>
            </a: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Slice=&gt;lấy một dải giá trị con </a:t>
            </a: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  </a:t>
            </a: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  <a:p>
            <a:pPr algn="ctr"/>
            <a:endParaRPr lang="vi-VN" sz="11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825B4A-D52B-4CEC-BF4F-A727D3A5FD7E}"/>
              </a:ext>
            </a:extLst>
          </p:cNvPr>
          <p:cNvSpPr/>
          <p:nvPr/>
        </p:nvSpPr>
        <p:spPr>
          <a:xfrm>
            <a:off x="3619499" y="742621"/>
            <a:ext cx="3352799" cy="58889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Index và slice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72CAD9-1B10-4A00-98D2-E0954022066E}"/>
              </a:ext>
            </a:extLst>
          </p:cNvPr>
          <p:cNvSpPr/>
          <p:nvPr/>
        </p:nvSpPr>
        <p:spPr>
          <a:xfrm>
            <a:off x="6981824" y="733424"/>
            <a:ext cx="2867025" cy="311467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B9820D-2377-4F61-8F07-B49E8AB05780}"/>
              </a:ext>
            </a:extLst>
          </p:cNvPr>
          <p:cNvSpPr/>
          <p:nvPr/>
        </p:nvSpPr>
        <p:spPr>
          <a:xfrm>
            <a:off x="6981825" y="733424"/>
            <a:ext cx="2867024" cy="69532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Các phép toán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502E64-9DD2-43A9-90C2-5809830B6994}"/>
              </a:ext>
            </a:extLst>
          </p:cNvPr>
          <p:cNvSpPr/>
          <p:nvPr/>
        </p:nvSpPr>
        <p:spPr>
          <a:xfrm>
            <a:off x="-40003" y="3865657"/>
            <a:ext cx="3612899" cy="298572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894808-92B0-479D-A211-9DBA8E1DD055}"/>
              </a:ext>
            </a:extLst>
          </p:cNvPr>
          <p:cNvSpPr/>
          <p:nvPr/>
        </p:nvSpPr>
        <p:spPr>
          <a:xfrm>
            <a:off x="-2220" y="3029909"/>
            <a:ext cx="3612899" cy="56423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Hàm đặc thù IOU và NMS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B97A54-6B30-41CC-9DD5-58D5DA41D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5" y="2144132"/>
            <a:ext cx="3200399" cy="8305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A2B4E3-48B9-4E35-A9E8-EB7ED293A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665" y="1752977"/>
            <a:ext cx="3048157" cy="8572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70A847B-0463-4CCC-BF02-D0DD49C58455}"/>
              </a:ext>
            </a:extLst>
          </p:cNvPr>
          <p:cNvSpPr/>
          <p:nvPr/>
        </p:nvSpPr>
        <p:spPr>
          <a:xfrm>
            <a:off x="3638345" y="2593271"/>
            <a:ext cx="3333953" cy="447658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Thêm phần tử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C7B87F-5F2F-4FB3-AFBB-7E7F1D09F4C9}"/>
              </a:ext>
            </a:extLst>
          </p:cNvPr>
          <p:cNvSpPr/>
          <p:nvPr/>
        </p:nvSpPr>
        <p:spPr>
          <a:xfrm>
            <a:off x="3599301" y="3410686"/>
            <a:ext cx="3371846" cy="46061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Xóa phần tử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A084695-34AB-45A4-9672-519F249B2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004" y="3826078"/>
            <a:ext cx="2894966" cy="67461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8331634-56FC-4B6F-84D0-9FEA75CECCAA}"/>
              </a:ext>
            </a:extLst>
          </p:cNvPr>
          <p:cNvSpPr/>
          <p:nvPr/>
        </p:nvSpPr>
        <p:spPr>
          <a:xfrm>
            <a:off x="3629606" y="4458812"/>
            <a:ext cx="3314701" cy="54208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Cập nhật phần tử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68EF306-F60A-413B-A1C5-E14432DFC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70" y="1234489"/>
            <a:ext cx="2882912" cy="46061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55FD177-8C51-4CAC-8329-37EDD3648B32}"/>
              </a:ext>
            </a:extLst>
          </p:cNvPr>
          <p:cNvSpPr/>
          <p:nvPr/>
        </p:nvSpPr>
        <p:spPr>
          <a:xfrm>
            <a:off x="6960469" y="1605391"/>
            <a:ext cx="2867023" cy="5927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Built in function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797DD7-93A6-4663-BE62-3267A6D83419}"/>
              </a:ext>
            </a:extLst>
          </p:cNvPr>
          <p:cNvSpPr/>
          <p:nvPr/>
        </p:nvSpPr>
        <p:spPr>
          <a:xfrm>
            <a:off x="6988914" y="3943139"/>
            <a:ext cx="2882912" cy="29148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100" dirty="0"/>
          </a:p>
          <a:p>
            <a:pPr algn="ctr"/>
            <a:endParaRPr lang="vi-VN" sz="1100" dirty="0"/>
          </a:p>
          <a:p>
            <a:pPr algn="ctr"/>
            <a:endParaRPr lang="vi-VN" sz="1100" dirty="0"/>
          </a:p>
          <a:p>
            <a:pPr algn="ctr"/>
            <a:endParaRPr lang="vi-VN" sz="1100" dirty="0"/>
          </a:p>
          <a:p>
            <a:pPr algn="ctr"/>
            <a:endParaRPr lang="vi-VN" sz="1100" dirty="0"/>
          </a:p>
          <a:p>
            <a:pPr algn="ctr"/>
            <a:endParaRPr lang="vi-VN" sz="1100" dirty="0"/>
          </a:p>
          <a:p>
            <a:pPr algn="ctr"/>
            <a:r>
              <a:rPr lang="vi-VN" sz="1100" dirty="0">
                <a:solidFill>
                  <a:schemeClr val="tx1"/>
                </a:solidFill>
              </a:rPr>
              <a:t>cơ chế giúp numpy tự mở rộng tính toán mà không cần vòng lập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FAD362-E60F-49E3-A292-C73ED8C1E21C}"/>
              </a:ext>
            </a:extLst>
          </p:cNvPr>
          <p:cNvSpPr/>
          <p:nvPr/>
        </p:nvSpPr>
        <p:spPr>
          <a:xfrm>
            <a:off x="3549987" y="5527587"/>
            <a:ext cx="3382522" cy="47964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2D array(ma trận)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865EEC8-63F0-47F7-A28A-97CB65A5DA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1473" y="6037032"/>
            <a:ext cx="2331217" cy="72226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45A8093-989C-4A27-8C40-5B52F99EAEFB}"/>
              </a:ext>
            </a:extLst>
          </p:cNvPr>
          <p:cNvSpPr/>
          <p:nvPr/>
        </p:nvSpPr>
        <p:spPr>
          <a:xfrm>
            <a:off x="6970222" y="5095110"/>
            <a:ext cx="2867023" cy="63988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Boardingcasting</a:t>
            </a:r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341B93F-1B12-4D54-B003-AAF0C1896C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18" y="6054718"/>
            <a:ext cx="1814573" cy="76518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731C358-B818-4911-A7C0-735A7AB164E4}"/>
              </a:ext>
            </a:extLst>
          </p:cNvPr>
          <p:cNvSpPr/>
          <p:nvPr/>
        </p:nvSpPr>
        <p:spPr>
          <a:xfrm>
            <a:off x="-2224" y="3593582"/>
            <a:ext cx="3593977" cy="56423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IOU đo độ chồng lập giữa hai box</a:t>
            </a:r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69E67C7-B998-4019-8B7C-E25A8DC055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89" y="4116193"/>
            <a:ext cx="2787793" cy="1124008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B6D5415-B911-4EFA-AEE9-B0F0E96B9591}"/>
              </a:ext>
            </a:extLst>
          </p:cNvPr>
          <p:cNvSpPr/>
          <p:nvPr/>
        </p:nvSpPr>
        <p:spPr>
          <a:xfrm>
            <a:off x="27600" y="5171485"/>
            <a:ext cx="3550850" cy="56423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NMS thuật toán loại bỏ các box trùng nhau bằng IOU thershold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9DC198B-9707-43FB-81F8-1562B80670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5818" y="2042609"/>
            <a:ext cx="1726653" cy="848073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0F44ED37-4DE6-43F2-9636-C999400EBC98}"/>
              </a:ext>
            </a:extLst>
          </p:cNvPr>
          <p:cNvSpPr/>
          <p:nvPr/>
        </p:nvSpPr>
        <p:spPr>
          <a:xfrm>
            <a:off x="7015103" y="2817100"/>
            <a:ext cx="2812389" cy="5671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>
                <a:solidFill>
                  <a:schemeClr val="bg1"/>
                </a:solidFill>
              </a:rPr>
              <a:t>Shape(kích thước(số hàng,số cột)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90C8D0B-D788-4BF5-86CC-E110D67A57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2125" y="3194172"/>
            <a:ext cx="2101958" cy="69218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FE4AD16-31A0-4AF9-AA95-5A0AD179FC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6966" y="3870100"/>
            <a:ext cx="3929034" cy="436559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F37C8562-299C-4B90-83BB-D5E1882DF5CE}"/>
              </a:ext>
            </a:extLst>
          </p:cNvPr>
          <p:cNvSpPr/>
          <p:nvPr/>
        </p:nvSpPr>
        <p:spPr>
          <a:xfrm>
            <a:off x="6995731" y="4253817"/>
            <a:ext cx="2841514" cy="32351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Where(tìm vị trí)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3240160-A339-4E3C-952A-4170021C0C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20176" y="3035102"/>
            <a:ext cx="2768742" cy="71123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3E7493C-01E9-4F86-9DE2-4156DFDE80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5999" y="4562648"/>
            <a:ext cx="2768742" cy="71123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2A40B87-5EAC-407D-A1C0-DA98D9FE00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3036" y="5726794"/>
            <a:ext cx="2156364" cy="115318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8067C2F-BD57-40DA-A1E7-06BC65D0D26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04409" y="5069581"/>
            <a:ext cx="2412557" cy="40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12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</TotalTime>
  <Words>131</Words>
  <Application>Microsoft Office PowerPoint</Application>
  <PresentationFormat>A4 Paper (210x297 mm)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HUYNH HUNG ANH</dc:creator>
  <cp:lastModifiedBy>HUYNH HUNG ANH</cp:lastModifiedBy>
  <cp:revision>12</cp:revision>
  <dcterms:created xsi:type="dcterms:W3CDTF">2025-11-21T00:46:13Z</dcterms:created>
  <dcterms:modified xsi:type="dcterms:W3CDTF">2025-11-21T02:50:38Z</dcterms:modified>
</cp:coreProperties>
</file>