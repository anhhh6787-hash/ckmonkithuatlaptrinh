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D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ương Thành Đô" userId="7b09d132-3f5d-4fa5-9cc1-20c656112bae" providerId="ADAL" clId="{94C3A99D-3DF5-4C36-AE29-7CCC71E64ED9}"/>
    <pc:docChg chg="custSel modSld">
      <pc:chgData name="Dương Thành Đô" userId="7b09d132-3f5d-4fa5-9cc1-20c656112bae" providerId="ADAL" clId="{94C3A99D-3DF5-4C36-AE29-7CCC71E64ED9}" dt="2025-11-19T14:49:30.164" v="35" actId="14100"/>
      <pc:docMkLst>
        <pc:docMk/>
      </pc:docMkLst>
      <pc:sldChg chg="addSp delSp modSp mod">
        <pc:chgData name="Dương Thành Đô" userId="7b09d132-3f5d-4fa5-9cc1-20c656112bae" providerId="ADAL" clId="{94C3A99D-3DF5-4C36-AE29-7CCC71E64ED9}" dt="2025-11-19T14:49:30.164" v="35" actId="14100"/>
        <pc:sldMkLst>
          <pc:docMk/>
          <pc:sldMk cId="2753063512" sldId="256"/>
        </pc:sldMkLst>
        <pc:spChg chg="mod">
          <ac:chgData name="Dương Thành Đô" userId="7b09d132-3f5d-4fa5-9cc1-20c656112bae" providerId="ADAL" clId="{94C3A99D-3DF5-4C36-AE29-7CCC71E64ED9}" dt="2025-11-19T14:46:04.592" v="1" actId="20577"/>
          <ac:spMkLst>
            <pc:docMk/>
            <pc:sldMk cId="2753063512" sldId="256"/>
            <ac:spMk id="4" creationId="{F3B028CA-7CB5-4A87-9BD6-9CFB71ED5558}"/>
          </ac:spMkLst>
        </pc:spChg>
        <pc:spChg chg="mod">
          <ac:chgData name="Dương Thành Đô" userId="7b09d132-3f5d-4fa5-9cc1-20c656112bae" providerId="ADAL" clId="{94C3A99D-3DF5-4C36-AE29-7CCC71E64ED9}" dt="2025-11-19T14:47:02.984" v="19" actId="20577"/>
          <ac:spMkLst>
            <pc:docMk/>
            <pc:sldMk cId="2753063512" sldId="256"/>
            <ac:spMk id="5" creationId="{97E2C14B-ABCB-4432-A16C-9CD1798F3512}"/>
          </ac:spMkLst>
        </pc:spChg>
        <pc:spChg chg="mod">
          <ac:chgData name="Dương Thành Đô" userId="7b09d132-3f5d-4fa5-9cc1-20c656112bae" providerId="ADAL" clId="{94C3A99D-3DF5-4C36-AE29-7CCC71E64ED9}" dt="2025-11-19T14:49:20.046" v="31" actId="20577"/>
          <ac:spMkLst>
            <pc:docMk/>
            <pc:sldMk cId="2753063512" sldId="256"/>
            <ac:spMk id="7" creationId="{87DF4702-4B1A-4FA5-A921-7B554C6B4242}"/>
          </ac:spMkLst>
        </pc:spChg>
        <pc:picChg chg="add del mod">
          <ac:chgData name="Dương Thành Đô" userId="7b09d132-3f5d-4fa5-9cc1-20c656112bae" providerId="ADAL" clId="{94C3A99D-3DF5-4C36-AE29-7CCC71E64ED9}" dt="2025-11-19T14:46:32.618" v="11" actId="21"/>
          <ac:picMkLst>
            <pc:docMk/>
            <pc:sldMk cId="2753063512" sldId="256"/>
            <ac:picMk id="3" creationId="{13DEE41B-4EB3-456B-8783-4D0DA053867B}"/>
          </ac:picMkLst>
        </pc:picChg>
        <pc:picChg chg="add mod">
          <ac:chgData name="Dương Thành Đô" userId="7b09d132-3f5d-4fa5-9cc1-20c656112bae" providerId="ADAL" clId="{94C3A99D-3DF5-4C36-AE29-7CCC71E64ED9}" dt="2025-11-19T14:46:43.380" v="15" actId="1076"/>
          <ac:picMkLst>
            <pc:docMk/>
            <pc:sldMk cId="2753063512" sldId="256"/>
            <ac:picMk id="19" creationId="{F10C1ECC-D0F6-4879-9353-8FAA47B3DC3A}"/>
          </ac:picMkLst>
        </pc:picChg>
        <pc:picChg chg="add mod">
          <ac:chgData name="Dương Thành Đô" userId="7b09d132-3f5d-4fa5-9cc1-20c656112bae" providerId="ADAL" clId="{94C3A99D-3DF5-4C36-AE29-7CCC71E64ED9}" dt="2025-11-19T14:46:54.536" v="17" actId="1076"/>
          <ac:picMkLst>
            <pc:docMk/>
            <pc:sldMk cId="2753063512" sldId="256"/>
            <ac:picMk id="22" creationId="{E8392C2D-4EAF-4C35-8197-A96946C8CC0D}"/>
          </ac:picMkLst>
        </pc:picChg>
        <pc:picChg chg="add mod">
          <ac:chgData name="Dương Thành Đô" userId="7b09d132-3f5d-4fa5-9cc1-20c656112bae" providerId="ADAL" clId="{94C3A99D-3DF5-4C36-AE29-7CCC71E64ED9}" dt="2025-11-19T14:47:47.610" v="21" actId="1076"/>
          <ac:picMkLst>
            <pc:docMk/>
            <pc:sldMk cId="2753063512" sldId="256"/>
            <ac:picMk id="24" creationId="{132BC958-B396-445B-B079-3E2197CA62DD}"/>
          </ac:picMkLst>
        </pc:picChg>
        <pc:picChg chg="add mod">
          <ac:chgData name="Dương Thành Đô" userId="7b09d132-3f5d-4fa5-9cc1-20c656112bae" providerId="ADAL" clId="{94C3A99D-3DF5-4C36-AE29-7CCC71E64ED9}" dt="2025-11-19T14:48:02.425" v="24" actId="14100"/>
          <ac:picMkLst>
            <pc:docMk/>
            <pc:sldMk cId="2753063512" sldId="256"/>
            <ac:picMk id="26" creationId="{40D09B39-C7BD-4173-917D-15972233E6B1}"/>
          </ac:picMkLst>
        </pc:picChg>
        <pc:picChg chg="add mod">
          <ac:chgData name="Dương Thành Đô" userId="7b09d132-3f5d-4fa5-9cc1-20c656112bae" providerId="ADAL" clId="{94C3A99D-3DF5-4C36-AE29-7CCC71E64ED9}" dt="2025-11-19T14:49:25.669" v="33" actId="14100"/>
          <ac:picMkLst>
            <pc:docMk/>
            <pc:sldMk cId="2753063512" sldId="256"/>
            <ac:picMk id="28" creationId="{52475769-32E3-43BA-BD0D-507E72E13B9D}"/>
          </ac:picMkLst>
        </pc:picChg>
        <pc:picChg chg="add mod">
          <ac:chgData name="Dương Thành Đô" userId="7b09d132-3f5d-4fa5-9cc1-20c656112bae" providerId="ADAL" clId="{94C3A99D-3DF5-4C36-AE29-7CCC71E64ED9}" dt="2025-11-19T14:49:30.164" v="35" actId="14100"/>
          <ac:picMkLst>
            <pc:docMk/>
            <pc:sldMk cId="2753063512" sldId="256"/>
            <ac:picMk id="30" creationId="{02BBE6B6-437F-426E-AE21-EC6F3398B0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8E93-325D-471E-92A1-F67348E93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A8749-79C6-4B84-AF5D-2251A824E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DFAAD-498F-485C-B73A-27E055DB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C36B7-2AFF-46B3-A23F-EBD637E9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245BE-4BB8-435D-AFB6-1903DDB9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5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1E6-F4CA-4FD9-96D0-F8C25581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BA12-C8BD-4595-920D-C45940847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F6C4F-FCE0-4CC4-8B01-DF864C1B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8A5CA-82E1-419F-8D4E-046AA1C8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BC4D4-FF22-4B86-9F92-046DD752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6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1152-7D9C-456D-B286-280F6271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E43D9-C316-4702-936E-7B23C7EA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3F6E6-C01E-40F4-A373-7F3CBF68B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F688C-4577-4AA3-825F-D1056DF8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0511-0D6F-4874-8A2E-B5848666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4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F7B8-02A3-449C-818E-F5B31D3A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ACCC7-20E5-41D4-93FA-47054353C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0EEDD-497B-4A08-8303-8BD4CDB89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4BE4-CDCD-42B6-85CA-345B2399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22BC0-EB44-4CFC-BC76-9BA5BE8B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BEEDB-65A2-4DCD-8C80-74664335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64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73F7-F98F-4CA2-B01A-6D3A29B2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43A62-E596-4454-98C5-D0932825B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A0CFC-36A4-4352-9D91-0B10112F9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E1A80-AC4D-4FBA-B767-CC2CF6947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802340-A5BA-4398-AEE0-119449759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6312F-FDDF-4E05-A2C0-A9A9F641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2223A-8538-44E6-814A-B805E9F6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19849-BD4A-499F-BB20-157CA3BA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C73E-1A8F-4132-B86C-445B21F9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D6836-D09A-4FEA-8F93-0FAEE5D6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39063-E44A-4182-A6D3-71DFA9C7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57875-7CFC-4BB1-A498-92E9A783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0147E-BAFF-42E5-A7B4-E4E5C04D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64FD6-EFA6-437B-9C9E-EA5A663C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2D647-3083-4B13-B21C-2BB659212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4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2EA1-89A0-4A7F-9BB2-852C50D62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225B-DD04-418E-890F-CAB8005F3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615C3-C7E0-49D6-8F84-36CF8C720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82856-AE0F-459F-979B-3C1716FB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69AB7-E19D-4487-99F9-A749FAE7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FF0C4-3EF7-4A39-B196-12E7838D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2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764C-661A-4C18-9ACD-0576D852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01F9B1-859C-47B6-B41B-F603541DD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651E5-6E62-4062-A293-8B5D7F5E7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1E156-3DD9-4BCA-9249-9EDB8176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11BBE-4003-430C-B248-5E55ACA4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B8A38-18EB-4876-8CB8-A68E625C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5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E058B-2FCF-4C49-B3A8-2FD7DC39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81C5B-9483-48E4-AF0C-DF960E97F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3A48A-EB71-4B70-8D12-65D07576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F248E-BB0F-434C-8C55-4DD8BE18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B69E4-30AD-4177-A30D-229E4541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5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1A593-382A-49A6-885C-9DA5DDAA1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32708-7745-4D83-AB11-FBD6D6DEA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0F621-0D1A-4132-B2D5-8515060B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32095-A07C-4B42-B681-5FFCF1B4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80B4-D6D1-45CB-82F2-86318C2B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5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ED18A-5861-43E1-BC26-BC8A524F3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AEB9B-F3F9-403D-94C2-B44CA23B4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EC74-11E5-4AA3-8145-2E9BD69A3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FA212-552B-4399-8677-2351E97187B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D8A0-DFE0-4D7F-A890-73D9D8E83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C578F-7185-4883-BF8C-8E1A95A2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E3E04-F6A5-45BA-9C40-4D3A5E7BF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B028CA-7CB5-4A87-9BD6-9CFB71ED5558}"/>
              </a:ext>
            </a:extLst>
          </p:cNvPr>
          <p:cNvSpPr/>
          <p:nvPr/>
        </p:nvSpPr>
        <p:spPr>
          <a:xfrm>
            <a:off x="708212" y="878530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>
                <a:latin typeface="+mj-lt"/>
              </a:rPr>
              <a:t>Chuỗi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là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dãy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kí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tự</a:t>
            </a:r>
            <a:endParaRPr lang="en-US" sz="1400" dirty="0">
              <a:latin typeface="+mj-lt"/>
            </a:endParaRPr>
          </a:p>
          <a:p>
            <a:r>
              <a:rPr lang="en-US" sz="1400" dirty="0" err="1">
                <a:latin typeface="+mj-lt"/>
              </a:rPr>
              <a:t>Truy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cập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từng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kí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tự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bằng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chỉ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số</a:t>
            </a:r>
            <a:r>
              <a:rPr lang="en-US" sz="1400" dirty="0">
                <a:latin typeface="+mj-lt"/>
              </a:rPr>
              <a:t> (index) </a:t>
            </a:r>
            <a:r>
              <a:rPr lang="en-US" sz="1400" dirty="0" err="1">
                <a:latin typeface="+mj-lt"/>
              </a:rPr>
              <a:t>bắt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đầu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từ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số</a:t>
            </a:r>
            <a:r>
              <a:rPr lang="en-US" sz="1400" dirty="0">
                <a:latin typeface="+mj-lt"/>
              </a:rPr>
              <a:t> 0</a:t>
            </a:r>
          </a:p>
          <a:p>
            <a:endParaRPr lang="en-US" sz="14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E2C14B-ABCB-4432-A16C-9CD1798F3512}"/>
              </a:ext>
            </a:extLst>
          </p:cNvPr>
          <p:cNvSpPr/>
          <p:nvPr/>
        </p:nvSpPr>
        <p:spPr>
          <a:xfrm>
            <a:off x="3585882" y="869573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>
                <a:latin typeface="+mj-lt"/>
              </a:rPr>
              <a:t>Hàm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len</a:t>
            </a:r>
            <a:r>
              <a:rPr lang="en-US" sz="1400" dirty="0">
                <a:latin typeface="+mj-lt"/>
              </a:rPr>
              <a:t>() </a:t>
            </a:r>
            <a:r>
              <a:rPr lang="en-US" sz="1400" dirty="0" err="1">
                <a:latin typeface="+mj-lt"/>
              </a:rPr>
              <a:t>trả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về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số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kí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tự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trong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chuỗi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+mj-lt"/>
              </a:rPr>
              <a:t>Kí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tự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cuối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có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index=</a:t>
            </a:r>
            <a:r>
              <a:rPr lang="en-US" sz="1400" dirty="0" err="1">
                <a:solidFill>
                  <a:schemeClr val="tx1"/>
                </a:solidFill>
                <a:latin typeface="+mj-lt"/>
              </a:rPr>
              <a:t>len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(string)-1</a:t>
            </a:r>
          </a:p>
          <a:p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3810D-648C-4A2F-B1A3-DC4775E7953C}"/>
              </a:ext>
            </a:extLst>
          </p:cNvPr>
          <p:cNvSpPr/>
          <p:nvPr/>
        </p:nvSpPr>
        <p:spPr>
          <a:xfrm>
            <a:off x="6463552" y="869576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err="1">
                <a:latin typeface="+mj-lt"/>
              </a:rPr>
              <a:t>Dùng</a:t>
            </a:r>
            <a:r>
              <a:rPr lang="en-US" sz="1600" dirty="0">
                <a:latin typeface="+mj-lt"/>
              </a:rPr>
              <a:t> while </a:t>
            </a:r>
            <a:r>
              <a:rPr lang="en-US" sz="1600" dirty="0" err="1">
                <a:latin typeface="+mj-lt"/>
              </a:rPr>
              <a:t>hoặc</a:t>
            </a:r>
            <a:r>
              <a:rPr lang="en-US" sz="1600" dirty="0">
                <a:latin typeface="+mj-lt"/>
              </a:rPr>
              <a:t> for </a:t>
            </a:r>
            <a:r>
              <a:rPr lang="en-US" sz="1600" dirty="0" err="1">
                <a:latin typeface="+mj-lt"/>
              </a:rPr>
              <a:t>để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duyệt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từng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kí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tự</a:t>
            </a: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for c in "banana":</a:t>
            </a:r>
          </a:p>
          <a:p>
            <a:r>
              <a:rPr lang="en-US" sz="1600" dirty="0">
                <a:latin typeface="+mj-lt"/>
              </a:rPr>
              <a:t>    print(c)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F4702-4B1A-4FA5-A921-7B554C6B4242}"/>
              </a:ext>
            </a:extLst>
          </p:cNvPr>
          <p:cNvSpPr/>
          <p:nvPr/>
        </p:nvSpPr>
        <p:spPr>
          <a:xfrm>
            <a:off x="708212" y="2823882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>
                <a:latin typeface="+mj-lt"/>
              </a:rPr>
              <a:t>Cú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pháp</a:t>
            </a:r>
            <a:r>
              <a:rPr lang="en-US" sz="1400" dirty="0">
                <a:latin typeface="+mj-lt"/>
              </a:rPr>
              <a:t> string[</a:t>
            </a:r>
            <a:r>
              <a:rPr lang="en-US" sz="1400" dirty="0" err="1">
                <a:latin typeface="+mj-lt"/>
              </a:rPr>
              <a:t>start:end</a:t>
            </a:r>
            <a:r>
              <a:rPr lang="en-US" sz="1400" dirty="0">
                <a:latin typeface="+mj-lt"/>
              </a:rPr>
              <a:t>] (</a:t>
            </a:r>
            <a:r>
              <a:rPr lang="en-US" sz="1400" dirty="0" err="1">
                <a:latin typeface="+mj-lt"/>
              </a:rPr>
              <a:t>lấy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từ</a:t>
            </a:r>
            <a:r>
              <a:rPr lang="en-US" sz="1400" dirty="0">
                <a:latin typeface="+mj-lt"/>
              </a:rPr>
              <a:t> start </a:t>
            </a:r>
            <a:r>
              <a:rPr lang="en-US" sz="1400" dirty="0" err="1">
                <a:latin typeface="+mj-lt"/>
              </a:rPr>
              <a:t>đến</a:t>
            </a:r>
            <a:r>
              <a:rPr lang="en-US" sz="1400" dirty="0">
                <a:latin typeface="+mj-lt"/>
              </a:rPr>
              <a:t> end-1)</a:t>
            </a:r>
          </a:p>
          <a:p>
            <a:endParaRPr lang="en-US" sz="1400" dirty="0">
              <a:latin typeface="+mj-lt"/>
            </a:endParaRPr>
          </a:p>
          <a:p>
            <a:endParaRPr lang="en-US" sz="1400" dirty="0">
              <a:latin typeface="+mj-lt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97043-8C2B-4FD4-820F-E955840B2B31}"/>
              </a:ext>
            </a:extLst>
          </p:cNvPr>
          <p:cNvSpPr/>
          <p:nvPr/>
        </p:nvSpPr>
        <p:spPr>
          <a:xfrm>
            <a:off x="3585882" y="2832832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+mj-lt"/>
              </a:rPr>
              <a:t>In, not in </a:t>
            </a:r>
            <a:r>
              <a:rPr lang="en-US" sz="1400" dirty="0" err="1">
                <a:latin typeface="+mj-lt"/>
              </a:rPr>
              <a:t>kiểm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tra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chuỗi</a:t>
            </a:r>
            <a:r>
              <a:rPr lang="en-US" sz="1400" dirty="0">
                <a:latin typeface="+mj-lt"/>
              </a:rPr>
              <a:t> con</a:t>
            </a:r>
          </a:p>
          <a:p>
            <a:r>
              <a:rPr lang="en-US" sz="1400" dirty="0">
                <a:latin typeface="+mj-lt"/>
              </a:rPr>
              <a:t>"</a:t>
            </a:r>
            <a:r>
              <a:rPr lang="en-US" sz="1400" dirty="0" err="1">
                <a:latin typeface="+mj-lt"/>
              </a:rPr>
              <a:t>py</a:t>
            </a:r>
            <a:r>
              <a:rPr lang="en-US" sz="1400" dirty="0">
                <a:latin typeface="+mj-lt"/>
              </a:rPr>
              <a:t>" in "python" # True</a:t>
            </a:r>
          </a:p>
          <a:p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sánh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theo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bảng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chữ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cái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phân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biệt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hoa –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thường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400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38449B-2036-4C89-9688-897E4DC43062}"/>
              </a:ext>
            </a:extLst>
          </p:cNvPr>
          <p:cNvSpPr/>
          <p:nvPr/>
        </p:nvSpPr>
        <p:spPr>
          <a:xfrm>
            <a:off x="6463552" y="2823882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s.upper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Viết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hoa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toàn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bộ</a:t>
            </a:r>
            <a:endParaRPr lang="vi-V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s.lower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Viết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thường</a:t>
            </a:r>
            <a:endParaRPr lang="vi-V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s.find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('a')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Vị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trí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đầu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tiên</a:t>
            </a: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s.count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('a’)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Số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lần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xuất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hiện</a:t>
            </a:r>
            <a:endParaRPr lang="vi-V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s.strip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Xóa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khoảng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trắng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2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đầu</a:t>
            </a: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s.replace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('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a','o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’)  :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Thay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thế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ký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tự</a:t>
            </a: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s.split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  :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Tách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chuỗi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thành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B5A7C6-B5C4-46CF-9614-805294F8A6FE}"/>
              </a:ext>
            </a:extLst>
          </p:cNvPr>
          <p:cNvSpPr/>
          <p:nvPr/>
        </p:nvSpPr>
        <p:spPr>
          <a:xfrm>
            <a:off x="3585882" y="4778188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s.isalpha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Toàn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chữ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cái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s.isdigit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Toàn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số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s.islower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Chữ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thường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?</a:t>
            </a: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s.isupper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()   </a:t>
            </a:r>
            <a:r>
              <a:rPr lang="en-US" sz="1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vi-VN" sz="1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Chữ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hoa?</a:t>
            </a: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D2874D-2567-4122-93F9-B0792FA850E9}"/>
              </a:ext>
            </a:extLst>
          </p:cNvPr>
          <p:cNvSpPr/>
          <p:nvPr/>
        </p:nvSpPr>
        <p:spPr>
          <a:xfrm>
            <a:off x="708212" y="125506"/>
            <a:ext cx="8592670" cy="582706"/>
          </a:xfrm>
          <a:prstGeom prst="roundRect">
            <a:avLst/>
          </a:prstGeom>
          <a:solidFill>
            <a:srgbClr val="0BDEE9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C3E-9FFE-4BC9-B000-A0A6C331911F}"/>
              </a:ext>
            </a:extLst>
          </p:cNvPr>
          <p:cNvSpPr/>
          <p:nvPr/>
        </p:nvSpPr>
        <p:spPr>
          <a:xfrm>
            <a:off x="708212" y="869573"/>
            <a:ext cx="2877670" cy="315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Khái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niệm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B1B47C-F8BA-4DCF-90D4-C0FE89045B82}"/>
              </a:ext>
            </a:extLst>
          </p:cNvPr>
          <p:cNvSpPr/>
          <p:nvPr/>
        </p:nvSpPr>
        <p:spPr>
          <a:xfrm>
            <a:off x="3585882" y="869573"/>
            <a:ext cx="2877670" cy="3241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2. </a:t>
            </a:r>
            <a:r>
              <a:rPr lang="en-US" dirty="0" err="1">
                <a:solidFill>
                  <a:srgbClr val="FF0000"/>
                </a:solidFill>
              </a:rPr>
              <a:t>Độ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dài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</a:t>
            </a:r>
            <a:r>
              <a:rPr lang="en-US" sz="1800" dirty="0" err="1">
                <a:solidFill>
                  <a:srgbClr val="FF0000"/>
                </a:solidFill>
              </a:rPr>
              <a:t>huỗi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2A081A-DE7D-4925-BAFB-85BA5264A6AA}"/>
              </a:ext>
            </a:extLst>
          </p:cNvPr>
          <p:cNvSpPr/>
          <p:nvPr/>
        </p:nvSpPr>
        <p:spPr>
          <a:xfrm>
            <a:off x="6463552" y="869573"/>
            <a:ext cx="2877670" cy="324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j-lt"/>
              </a:rPr>
              <a:t>3. </a:t>
            </a:r>
            <a:r>
              <a:rPr lang="en-US" dirty="0" err="1">
                <a:solidFill>
                  <a:srgbClr val="FF0000"/>
                </a:solidFill>
              </a:rPr>
              <a:t>Duyệt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</a:t>
            </a:r>
            <a:r>
              <a:rPr lang="en-US" sz="1800" dirty="0" err="1">
                <a:solidFill>
                  <a:srgbClr val="FF0000"/>
                </a:solidFill>
              </a:rPr>
              <a:t>huỗi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836901-9758-4926-B00F-1BF4D892F2D2}"/>
              </a:ext>
            </a:extLst>
          </p:cNvPr>
          <p:cNvSpPr/>
          <p:nvPr/>
        </p:nvSpPr>
        <p:spPr>
          <a:xfrm>
            <a:off x="6463552" y="2823882"/>
            <a:ext cx="2877670" cy="315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</a:t>
            </a:r>
            <a:r>
              <a:rPr lang="en-US" dirty="0" err="1">
                <a:solidFill>
                  <a:srgbClr val="FF0000"/>
                </a:solidFill>
              </a:rPr>
              <a:t>Các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phương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thức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xử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89031A-9FA2-4513-98A7-6CA7C8707430}"/>
              </a:ext>
            </a:extLst>
          </p:cNvPr>
          <p:cNvSpPr/>
          <p:nvPr/>
        </p:nvSpPr>
        <p:spPr>
          <a:xfrm>
            <a:off x="3585882" y="2823882"/>
            <a:ext cx="2877670" cy="315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5. </a:t>
            </a:r>
            <a:r>
              <a:rPr lang="en-US" dirty="0" err="1">
                <a:solidFill>
                  <a:srgbClr val="FF0000"/>
                </a:solidFill>
              </a:rPr>
              <a:t>Toán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và</a:t>
            </a:r>
            <a:r>
              <a:rPr lang="en-US" dirty="0">
                <a:solidFill>
                  <a:srgbClr val="FF0000"/>
                </a:solidFill>
              </a:rPr>
              <a:t> so </a:t>
            </a:r>
            <a:r>
              <a:rPr lang="en-US" dirty="0" err="1">
                <a:solidFill>
                  <a:srgbClr val="FF0000"/>
                </a:solidFill>
              </a:rPr>
              <a:t>sánh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</a:t>
            </a:r>
            <a:r>
              <a:rPr lang="en-US" sz="1800" dirty="0" err="1">
                <a:solidFill>
                  <a:srgbClr val="FF0000"/>
                </a:solidFill>
              </a:rPr>
              <a:t>huỗi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11DBC6-EE33-42FC-AD8B-B5E921B74836}"/>
              </a:ext>
            </a:extLst>
          </p:cNvPr>
          <p:cNvSpPr/>
          <p:nvPr/>
        </p:nvSpPr>
        <p:spPr>
          <a:xfrm>
            <a:off x="708212" y="2823882"/>
            <a:ext cx="2877670" cy="315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. </a:t>
            </a:r>
            <a:r>
              <a:rPr lang="en-US" dirty="0" err="1">
                <a:solidFill>
                  <a:srgbClr val="FF0000"/>
                </a:solidFill>
              </a:rPr>
              <a:t>Cắt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</a:t>
            </a:r>
            <a:r>
              <a:rPr lang="en-US" sz="1800" dirty="0" err="1">
                <a:solidFill>
                  <a:srgbClr val="FF0000"/>
                </a:solidFill>
              </a:rPr>
              <a:t>huỗi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EF037C-406E-42BB-8A00-F80C30EC0006}"/>
              </a:ext>
            </a:extLst>
          </p:cNvPr>
          <p:cNvSpPr/>
          <p:nvPr/>
        </p:nvSpPr>
        <p:spPr>
          <a:xfrm>
            <a:off x="3585882" y="4778188"/>
            <a:ext cx="2877670" cy="315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7. </a:t>
            </a:r>
            <a:r>
              <a:rPr lang="en-US" dirty="0" err="1">
                <a:solidFill>
                  <a:srgbClr val="FF0000"/>
                </a:solidFill>
              </a:rPr>
              <a:t>Xử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lý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ký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tự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kiểm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0C1ECC-D0F6-4879-9353-8FAA47B3D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34" y="2093805"/>
            <a:ext cx="1898044" cy="594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392C2D-4EAF-4C35-8197-A96946C8C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500" y="2093805"/>
            <a:ext cx="676369" cy="5906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2BC958-B396-445B-B079-3E2197CA6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95" y="2050936"/>
            <a:ext cx="1619476" cy="6763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D09B39-C7BD-4173-917D-15972233E6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80" y="2050936"/>
            <a:ext cx="693279" cy="6763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475769-32E3-43BA-BD0D-507E72E13B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07" y="3932929"/>
            <a:ext cx="1943371" cy="66596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BBE6B6-437F-426E-AE21-EC6F3398B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341" y="3932929"/>
            <a:ext cx="790685" cy="66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63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253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Dương Thành Đô</dc:creator>
  <cp:lastModifiedBy>Dương Thành Đô</cp:lastModifiedBy>
  <cp:revision>3</cp:revision>
  <dcterms:created xsi:type="dcterms:W3CDTF">2025-10-26T14:43:37Z</dcterms:created>
  <dcterms:modified xsi:type="dcterms:W3CDTF">2025-11-19T14:50:14Z</dcterms:modified>
</cp:coreProperties>
</file>